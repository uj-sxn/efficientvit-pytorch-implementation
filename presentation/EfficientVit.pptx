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1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5" r:id="rId10"/>
    <p:sldId id="275" r:id="rId11"/>
    <p:sldId id="274" r:id="rId12"/>
    <p:sldId id="267" r:id="rId13"/>
    <p:sldId id="268" r:id="rId14"/>
    <p:sldId id="269" r:id="rId15"/>
    <p:sldId id="270" r:id="rId16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23AD72-3764-4837-90C5-6D16FF7EEEB8}" v="133" dt="2025-04-20T23:52:33.901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rjita Saxena" userId="a2711520defbaf11" providerId="LiveId" clId="{A523AD72-3764-4837-90C5-6D16FF7EEEB8}"/>
    <pc:docChg chg="undo redo custSel addSld delSld modSld sldOrd">
      <pc:chgData name="Urjita Saxena" userId="a2711520defbaf11" providerId="LiveId" clId="{A523AD72-3764-4837-90C5-6D16FF7EEEB8}" dt="2025-04-21T00:01:27.731" v="1665" actId="20577"/>
      <pc:docMkLst>
        <pc:docMk/>
      </pc:docMkLst>
      <pc:sldChg chg="addSp delSp modSp del mod setBg addAnim delAnim delDesignElem chgLayout">
        <pc:chgData name="Urjita Saxena" userId="a2711520defbaf11" providerId="LiveId" clId="{A523AD72-3764-4837-90C5-6D16FF7EEEB8}" dt="2025-04-20T21:04:06.093" v="626" actId="2696"/>
        <pc:sldMkLst>
          <pc:docMk/>
          <pc:sldMk cId="2861099644" sldId="256"/>
        </pc:sldMkLst>
        <pc:spChg chg="mod ord">
          <ac:chgData name="Urjita Saxena" userId="a2711520defbaf11" providerId="LiveId" clId="{A523AD72-3764-4837-90C5-6D16FF7EEEB8}" dt="2025-04-20T21:03:18.426" v="618" actId="27636"/>
          <ac:spMkLst>
            <pc:docMk/>
            <pc:sldMk cId="2861099644" sldId="256"/>
            <ac:spMk id="2" creationId="{4793572C-3F52-E0BB-FCC3-F4937E145ACD}"/>
          </ac:spMkLst>
        </pc:spChg>
        <pc:spChg chg="mod ord">
          <ac:chgData name="Urjita Saxena" userId="a2711520defbaf11" providerId="LiveId" clId="{A523AD72-3764-4837-90C5-6D16FF7EEEB8}" dt="2025-04-20T21:03:18.426" v="619" actId="27636"/>
          <ac:spMkLst>
            <pc:docMk/>
            <pc:sldMk cId="2861099644" sldId="256"/>
            <ac:spMk id="3" creationId="{EDC5753A-D37C-4BA7-5954-467470333D3D}"/>
          </ac:spMkLst>
        </pc:spChg>
        <pc:spChg chg="add del mod">
          <ac:chgData name="Urjita Saxena" userId="a2711520defbaf11" providerId="LiveId" clId="{A523AD72-3764-4837-90C5-6D16FF7EEEB8}" dt="2025-04-20T21:03:18.411" v="617" actId="6264"/>
          <ac:spMkLst>
            <pc:docMk/>
            <pc:sldMk cId="2861099644" sldId="256"/>
            <ac:spMk id="4" creationId="{5716A5F6-2E18-9308-5A6B-C446094C56D3}"/>
          </ac:spMkLst>
        </pc:spChg>
        <pc:spChg chg="add del mod">
          <ac:chgData name="Urjita Saxena" userId="a2711520defbaf11" providerId="LiveId" clId="{A523AD72-3764-4837-90C5-6D16FF7EEEB8}" dt="2025-04-20T21:03:18.411" v="617" actId="6264"/>
          <ac:spMkLst>
            <pc:docMk/>
            <pc:sldMk cId="2861099644" sldId="256"/>
            <ac:spMk id="5" creationId="{B63EB876-094E-9A79-E3CA-5FBB33274899}"/>
          </ac:spMkLst>
        </pc:spChg>
        <pc:spChg chg="add del">
          <ac:chgData name="Urjita Saxena" userId="a2711520defbaf11" providerId="LiveId" clId="{A523AD72-3764-4837-90C5-6D16FF7EEEB8}" dt="2025-04-20T20:58:53.436" v="582"/>
          <ac:spMkLst>
            <pc:docMk/>
            <pc:sldMk cId="2861099644" sldId="256"/>
            <ac:spMk id="24" creationId="{1976BAAA-75A1-48AA-B7DE-B6B8070992D3}"/>
          </ac:spMkLst>
        </pc:spChg>
        <pc:spChg chg="add del">
          <ac:chgData name="Urjita Saxena" userId="a2711520defbaf11" providerId="LiveId" clId="{A523AD72-3764-4837-90C5-6D16FF7EEEB8}" dt="2025-04-20T20:58:53.436" v="582"/>
          <ac:spMkLst>
            <pc:docMk/>
            <pc:sldMk cId="2861099644" sldId="256"/>
            <ac:spMk id="25" creationId="{65A5F259-CDF7-4A15-A66C-A9939D23E346}"/>
          </ac:spMkLst>
        </pc:spChg>
        <pc:spChg chg="add del">
          <ac:chgData name="Urjita Saxena" userId="a2711520defbaf11" providerId="LiveId" clId="{A523AD72-3764-4837-90C5-6D16FF7EEEB8}" dt="2025-04-20T21:02:45.717" v="611" actId="26606"/>
          <ac:spMkLst>
            <pc:docMk/>
            <pc:sldMk cId="2861099644" sldId="256"/>
            <ac:spMk id="27" creationId="{2124007E-BA57-41B2-8C6B-5E99927F2247}"/>
          </ac:spMkLst>
        </pc:spChg>
        <pc:spChg chg="add del">
          <ac:chgData name="Urjita Saxena" userId="a2711520defbaf11" providerId="LiveId" clId="{A523AD72-3764-4837-90C5-6D16FF7EEEB8}" dt="2025-04-20T21:02:45.717" v="611" actId="26606"/>
          <ac:spMkLst>
            <pc:docMk/>
            <pc:sldMk cId="2861099644" sldId="256"/>
            <ac:spMk id="28" creationId="{255D0BF7-94F4-4437-A2B2-87BAFF86D541}"/>
          </ac:spMkLst>
        </pc:spChg>
        <pc:spChg chg="add del">
          <ac:chgData name="Urjita Saxena" userId="a2711520defbaf11" providerId="LiveId" clId="{A523AD72-3764-4837-90C5-6D16FF7EEEB8}" dt="2025-04-20T21:03:03.045" v="616" actId="26606"/>
          <ac:spMkLst>
            <pc:docMk/>
            <pc:sldMk cId="2861099644" sldId="256"/>
            <ac:spMk id="33" creationId="{1976BAAA-75A1-48AA-B7DE-B6B8070992D3}"/>
          </ac:spMkLst>
        </pc:spChg>
        <pc:spChg chg="add del">
          <ac:chgData name="Urjita Saxena" userId="a2711520defbaf11" providerId="LiveId" clId="{A523AD72-3764-4837-90C5-6D16FF7EEEB8}" dt="2025-04-20T21:03:03.045" v="616" actId="26606"/>
          <ac:spMkLst>
            <pc:docMk/>
            <pc:sldMk cId="2861099644" sldId="256"/>
            <ac:spMk id="35" creationId="{65A5F259-CDF7-4A15-A66C-A9939D23E346}"/>
          </ac:spMkLst>
        </pc:spChg>
        <pc:spChg chg="add del">
          <ac:chgData name="Urjita Saxena" userId="a2711520defbaf11" providerId="LiveId" clId="{A523AD72-3764-4837-90C5-6D16FF7EEEB8}" dt="2025-04-20T21:03:18.411" v="617" actId="6264"/>
          <ac:spMkLst>
            <pc:docMk/>
            <pc:sldMk cId="2861099644" sldId="256"/>
            <ac:spMk id="40" creationId="{2124007E-BA57-41B2-8C6B-5E99927F2247}"/>
          </ac:spMkLst>
        </pc:spChg>
        <pc:spChg chg="add del">
          <ac:chgData name="Urjita Saxena" userId="a2711520defbaf11" providerId="LiveId" clId="{A523AD72-3764-4837-90C5-6D16FF7EEEB8}" dt="2025-04-20T21:03:18.411" v="617" actId="6264"/>
          <ac:spMkLst>
            <pc:docMk/>
            <pc:sldMk cId="2861099644" sldId="256"/>
            <ac:spMk id="42" creationId="{255D0BF7-94F4-4437-A2B2-87BAFF86D541}"/>
          </ac:spMkLst>
        </pc:spChg>
        <pc:picChg chg="add del mod">
          <ac:chgData name="Urjita Saxena" userId="a2711520defbaf11" providerId="LiveId" clId="{A523AD72-3764-4837-90C5-6D16FF7EEEB8}" dt="2025-04-20T20:52:38.370" v="568" actId="478"/>
          <ac:picMkLst>
            <pc:docMk/>
            <pc:sldMk cId="2861099644" sldId="256"/>
            <ac:picMk id="16" creationId="{4BD7D83F-5DCF-3C10-0104-989AB6B35870}"/>
          </ac:picMkLst>
        </pc:picChg>
        <pc:picChg chg="add del">
          <ac:chgData name="Urjita Saxena" userId="a2711520defbaf11" providerId="LiveId" clId="{A523AD72-3764-4837-90C5-6D16FF7EEEB8}" dt="2025-04-20T20:49:35.318" v="526"/>
          <ac:picMkLst>
            <pc:docMk/>
            <pc:sldMk cId="2861099644" sldId="256"/>
            <ac:picMk id="22" creationId="{76AAFF90-89E1-46D5-B8B5-3BFDBB92D867}"/>
          </ac:picMkLst>
        </pc:picChg>
        <pc:picChg chg="add del">
          <ac:chgData name="Urjita Saxena" userId="a2711520defbaf11" providerId="LiveId" clId="{A523AD72-3764-4837-90C5-6D16FF7EEEB8}" dt="2025-04-20T20:52:04.457" v="565"/>
          <ac:picMkLst>
            <pc:docMk/>
            <pc:sldMk cId="2861099644" sldId="256"/>
            <ac:picMk id="23" creationId="{76AAFF90-89E1-46D5-B8B5-3BFDBB92D867}"/>
          </ac:picMkLst>
        </pc:picChg>
        <pc:picChg chg="add del">
          <ac:chgData name="Urjita Saxena" userId="a2711520defbaf11" providerId="LiveId" clId="{A523AD72-3764-4837-90C5-6D16FF7EEEB8}" dt="2025-04-20T21:03:03.029" v="615" actId="26606"/>
          <ac:picMkLst>
            <pc:docMk/>
            <pc:sldMk cId="2861099644" sldId="256"/>
            <ac:picMk id="37" creationId="{0898A64B-BBA9-A275-FB5F-DF049DE109B3}"/>
          </ac:picMkLst>
        </pc:picChg>
      </pc:sldChg>
      <pc:sldChg chg="addSp delSp modSp mod setBg delDesignElem">
        <pc:chgData name="Urjita Saxena" userId="a2711520defbaf11" providerId="LiveId" clId="{A523AD72-3764-4837-90C5-6D16FF7EEEB8}" dt="2025-04-20T22:19:30.556" v="1657" actId="20577"/>
        <pc:sldMkLst>
          <pc:docMk/>
          <pc:sldMk cId="3972634538" sldId="257"/>
        </pc:sldMkLst>
        <pc:spChg chg="mod">
          <ac:chgData name="Urjita Saxena" userId="a2711520defbaf11" providerId="LiveId" clId="{A523AD72-3764-4837-90C5-6D16FF7EEEB8}" dt="2025-04-20T22:04:50.552" v="1544" actId="122"/>
          <ac:spMkLst>
            <pc:docMk/>
            <pc:sldMk cId="3972634538" sldId="257"/>
            <ac:spMk id="2" creationId="{6C44307B-BBC9-15D3-2139-0CE83F3F250F}"/>
          </ac:spMkLst>
        </pc:spChg>
        <pc:spChg chg="del mod">
          <ac:chgData name="Urjita Saxena" userId="a2711520defbaf11" providerId="LiveId" clId="{A523AD72-3764-4837-90C5-6D16FF7EEEB8}" dt="2025-04-20T17:47:50.016" v="425"/>
          <ac:spMkLst>
            <pc:docMk/>
            <pc:sldMk cId="3972634538" sldId="257"/>
            <ac:spMk id="3" creationId="{2BCABD27-791F-4EA1-F5FD-F1ABDD74A305}"/>
          </ac:spMkLst>
        </pc:spChg>
        <pc:spChg chg="add mod ord">
          <ac:chgData name="Urjita Saxena" userId="a2711520defbaf11" providerId="LiveId" clId="{A523AD72-3764-4837-90C5-6D16FF7EEEB8}" dt="2025-04-20T22:19:30.556" v="1657" actId="20577"/>
          <ac:spMkLst>
            <pc:docMk/>
            <pc:sldMk cId="3972634538" sldId="257"/>
            <ac:spMk id="4" creationId="{7B0E4264-322B-22DA-2BDE-4AAC1F4431CF}"/>
          </ac:spMkLst>
        </pc:spChg>
        <pc:spChg chg="add del">
          <ac:chgData name="Urjita Saxena" userId="a2711520defbaf11" providerId="LiveId" clId="{A523AD72-3764-4837-90C5-6D16FF7EEEB8}" dt="2025-04-20T20:53:12.116" v="572" actId="26606"/>
          <ac:spMkLst>
            <pc:docMk/>
            <pc:sldMk cId="3972634538" sldId="257"/>
            <ac:spMk id="6" creationId="{9A6C2C86-63BF-47D5-AA3F-905111A238E2}"/>
          </ac:spMkLst>
        </pc:spChg>
        <pc:spChg chg="add del">
          <ac:chgData name="Urjita Saxena" userId="a2711520defbaf11" providerId="LiveId" clId="{A523AD72-3764-4837-90C5-6D16FF7EEEB8}" dt="2025-04-20T20:50:19.168" v="533" actId="22"/>
          <ac:spMkLst>
            <pc:docMk/>
            <pc:sldMk cId="3972634538" sldId="257"/>
            <ac:spMk id="8" creationId="{8E0B15F2-AE47-E65D-95CA-9423B278035B}"/>
          </ac:spMkLst>
        </pc:spChg>
        <pc:spChg chg="add del">
          <ac:chgData name="Urjita Saxena" userId="a2711520defbaf11" providerId="LiveId" clId="{A523AD72-3764-4837-90C5-6D16FF7EEEB8}" dt="2025-04-20T21:04:21.762" v="637"/>
          <ac:spMkLst>
            <pc:docMk/>
            <pc:sldMk cId="3972634538" sldId="257"/>
            <ac:spMk id="12" creationId="{2C10C105-EEB5-43F7-AA95-5DDB920D75B0}"/>
          </ac:spMkLst>
        </pc:spChg>
        <pc:spChg chg="add del">
          <ac:chgData name="Urjita Saxena" userId="a2711520defbaf11" providerId="LiveId" clId="{A523AD72-3764-4837-90C5-6D16FF7EEEB8}" dt="2025-04-20T20:58:53.436" v="582"/>
          <ac:spMkLst>
            <pc:docMk/>
            <pc:sldMk cId="3972634538" sldId="257"/>
            <ac:spMk id="13" creationId="{2C10C105-EEB5-43F7-AA95-5DDB920D75B0}"/>
          </ac:spMkLst>
        </pc:spChg>
        <pc:spChg chg="add del">
          <ac:chgData name="Urjita Saxena" userId="a2711520defbaf11" providerId="LiveId" clId="{A523AD72-3764-4837-90C5-6D16FF7EEEB8}" dt="2025-04-20T21:16:34.668" v="681"/>
          <ac:spMkLst>
            <pc:docMk/>
            <pc:sldMk cId="3972634538" sldId="257"/>
            <ac:spMk id="19" creationId="{9A6C2C86-63BF-47D5-AA3F-905111A238E2}"/>
          </ac:spMkLst>
        </pc:spChg>
        <pc:spChg chg="add del">
          <ac:chgData name="Urjita Saxena" userId="a2711520defbaf11" providerId="LiveId" clId="{A523AD72-3764-4837-90C5-6D16FF7EEEB8}" dt="2025-04-20T21:45:27.458" v="1296"/>
          <ac:spMkLst>
            <pc:docMk/>
            <pc:sldMk cId="3972634538" sldId="257"/>
            <ac:spMk id="21" creationId="{9A6C2C86-63BF-47D5-AA3F-905111A238E2}"/>
          </ac:spMkLst>
        </pc:spChg>
        <pc:spChg chg="add del">
          <ac:chgData name="Urjita Saxena" userId="a2711520defbaf11" providerId="LiveId" clId="{A523AD72-3764-4837-90C5-6D16FF7EEEB8}" dt="2025-04-20T21:54:35.687" v="1404" actId="26606"/>
          <ac:spMkLst>
            <pc:docMk/>
            <pc:sldMk cId="3972634538" sldId="257"/>
            <ac:spMk id="23" creationId="{9A6C2C86-63BF-47D5-AA3F-905111A238E2}"/>
          </ac:spMkLst>
        </pc:spChg>
        <pc:spChg chg="add">
          <ac:chgData name="Urjita Saxena" userId="a2711520defbaf11" providerId="LiveId" clId="{A523AD72-3764-4837-90C5-6D16FF7EEEB8}" dt="2025-04-20T21:54:35.687" v="1404" actId="26606"/>
          <ac:spMkLst>
            <pc:docMk/>
            <pc:sldMk cId="3972634538" sldId="257"/>
            <ac:spMk id="29" creationId="{2C10C105-EEB5-43F7-AA95-5DDB920D75B0}"/>
          </ac:spMkLst>
        </pc:spChg>
        <pc:picChg chg="add del mod">
          <ac:chgData name="Urjita Saxena" userId="a2711520defbaf11" providerId="LiveId" clId="{A523AD72-3764-4837-90C5-6D16FF7EEEB8}" dt="2025-04-20T20:50:30.413" v="536" actId="478"/>
          <ac:picMkLst>
            <pc:docMk/>
            <pc:sldMk cId="3972634538" sldId="257"/>
            <ac:picMk id="5" creationId="{9D368C20-5383-DFDF-C322-8933787A3E66}"/>
          </ac:picMkLst>
        </pc:picChg>
        <pc:picChg chg="add del">
          <ac:chgData name="Urjita Saxena" userId="a2711520defbaf11" providerId="LiveId" clId="{A523AD72-3764-4837-90C5-6D16FF7EEEB8}" dt="2025-04-20T20:50:39.292" v="540" actId="26606"/>
          <ac:picMkLst>
            <pc:docMk/>
            <pc:sldMk cId="3972634538" sldId="257"/>
            <ac:picMk id="7" creationId="{5405F23C-C82E-4181-95EA-321F3D891A40}"/>
          </ac:picMkLst>
        </pc:picChg>
        <pc:picChg chg="add del mod">
          <ac:chgData name="Urjita Saxena" userId="a2711520defbaf11" providerId="LiveId" clId="{A523AD72-3764-4837-90C5-6D16FF7EEEB8}" dt="2025-04-20T20:52:41.637" v="569" actId="478"/>
          <ac:picMkLst>
            <pc:docMk/>
            <pc:sldMk cId="3972634538" sldId="257"/>
            <ac:picMk id="9" creationId="{026D1C6A-2C96-C249-A7F4-8C3C3CF71E0E}"/>
          </ac:picMkLst>
        </pc:picChg>
        <pc:picChg chg="add del">
          <ac:chgData name="Urjita Saxena" userId="a2711520defbaf11" providerId="LiveId" clId="{A523AD72-3764-4837-90C5-6D16FF7EEEB8}" dt="2025-04-20T20:52:04.457" v="565"/>
          <ac:picMkLst>
            <pc:docMk/>
            <pc:sldMk cId="3972634538" sldId="257"/>
            <ac:picMk id="14" creationId="{5405F23C-C82E-4181-95EA-321F3D891A40}"/>
          </ac:picMkLst>
        </pc:picChg>
        <pc:picChg chg="add del">
          <ac:chgData name="Urjita Saxena" userId="a2711520defbaf11" providerId="LiveId" clId="{A523AD72-3764-4837-90C5-6D16FF7EEEB8}" dt="2025-04-20T20:58:53.436" v="582"/>
          <ac:picMkLst>
            <pc:docMk/>
            <pc:sldMk cId="3972634538" sldId="257"/>
            <ac:picMk id="16" creationId="{94BF495F-706E-4740-8918-C1F52CEA9D0B}"/>
          </ac:picMkLst>
        </pc:picChg>
        <pc:picChg chg="add del">
          <ac:chgData name="Urjita Saxena" userId="a2711520defbaf11" providerId="LiveId" clId="{A523AD72-3764-4837-90C5-6D16FF7EEEB8}" dt="2025-04-20T21:04:21.762" v="637"/>
          <ac:picMkLst>
            <pc:docMk/>
            <pc:sldMk cId="3972634538" sldId="257"/>
            <ac:picMk id="18" creationId="{94BF495F-706E-4740-8918-C1F52CEA9D0B}"/>
          </ac:picMkLst>
        </pc:picChg>
        <pc:picChg chg="add">
          <ac:chgData name="Urjita Saxena" userId="a2711520defbaf11" providerId="LiveId" clId="{A523AD72-3764-4837-90C5-6D16FF7EEEB8}" dt="2025-04-20T21:54:35.687" v="1404" actId="26606"/>
          <ac:picMkLst>
            <pc:docMk/>
            <pc:sldMk cId="3972634538" sldId="257"/>
            <ac:picMk id="31" creationId="{94BF495F-706E-4740-8918-C1F52CEA9D0B}"/>
          </ac:picMkLst>
        </pc:picChg>
        <pc:cxnChg chg="add del">
          <ac:chgData name="Urjita Saxena" userId="a2711520defbaf11" providerId="LiveId" clId="{A523AD72-3764-4837-90C5-6D16FF7EEEB8}" dt="2025-04-20T20:53:12.116" v="572" actId="26606"/>
          <ac:cxnSpMkLst>
            <pc:docMk/>
            <pc:sldMk cId="3972634538" sldId="257"/>
            <ac:cxnSpMk id="11" creationId="{425A0768-3044-4AA9-A889-D2CAA68C517A}"/>
          </ac:cxnSpMkLst>
        </pc:cxnChg>
        <pc:cxnChg chg="add del">
          <ac:chgData name="Urjita Saxena" userId="a2711520defbaf11" providerId="LiveId" clId="{A523AD72-3764-4837-90C5-6D16FF7EEEB8}" dt="2025-04-20T21:16:34.668" v="681"/>
          <ac:cxnSpMkLst>
            <pc:docMk/>
            <pc:sldMk cId="3972634538" sldId="257"/>
            <ac:cxnSpMk id="20" creationId="{425A0768-3044-4AA9-A889-D2CAA68C517A}"/>
          </ac:cxnSpMkLst>
        </pc:cxnChg>
        <pc:cxnChg chg="add del">
          <ac:chgData name="Urjita Saxena" userId="a2711520defbaf11" providerId="LiveId" clId="{A523AD72-3764-4837-90C5-6D16FF7EEEB8}" dt="2025-04-20T21:45:27.458" v="1296"/>
          <ac:cxnSpMkLst>
            <pc:docMk/>
            <pc:sldMk cId="3972634538" sldId="257"/>
            <ac:cxnSpMk id="22" creationId="{425A0768-3044-4AA9-A889-D2CAA68C517A}"/>
          </ac:cxnSpMkLst>
        </pc:cxnChg>
        <pc:cxnChg chg="add del">
          <ac:chgData name="Urjita Saxena" userId="a2711520defbaf11" providerId="LiveId" clId="{A523AD72-3764-4837-90C5-6D16FF7EEEB8}" dt="2025-04-20T21:54:35.687" v="1404" actId="26606"/>
          <ac:cxnSpMkLst>
            <pc:docMk/>
            <pc:sldMk cId="3972634538" sldId="257"/>
            <ac:cxnSpMk id="24" creationId="{425A0768-3044-4AA9-A889-D2CAA68C517A}"/>
          </ac:cxnSpMkLst>
        </pc:cxnChg>
      </pc:sldChg>
      <pc:sldChg chg="addSp delSp modSp mod setBg setClrOvrMap delDesignElem">
        <pc:chgData name="Urjita Saxena" userId="a2711520defbaf11" providerId="LiveId" clId="{A523AD72-3764-4837-90C5-6D16FF7EEEB8}" dt="2025-04-20T22:18:29.222" v="1643" actId="255"/>
        <pc:sldMkLst>
          <pc:docMk/>
          <pc:sldMk cId="1254234542" sldId="258"/>
        </pc:sldMkLst>
        <pc:spChg chg="mod">
          <ac:chgData name="Urjita Saxena" userId="a2711520defbaf11" providerId="LiveId" clId="{A523AD72-3764-4837-90C5-6D16FF7EEEB8}" dt="2025-04-20T22:04:44.735" v="1543" actId="122"/>
          <ac:spMkLst>
            <pc:docMk/>
            <pc:sldMk cId="1254234542" sldId="258"/>
            <ac:spMk id="2" creationId="{9D252412-3F47-3AD3-D60A-9FACF58EE671}"/>
          </ac:spMkLst>
        </pc:spChg>
        <pc:spChg chg="add del mod">
          <ac:chgData name="Urjita Saxena" userId="a2711520defbaf11" providerId="LiveId" clId="{A523AD72-3764-4837-90C5-6D16FF7EEEB8}" dt="2025-04-20T20:51:13.098" v="550" actId="26606"/>
          <ac:spMkLst>
            <pc:docMk/>
            <pc:sldMk cId="1254234542" sldId="258"/>
            <ac:spMk id="3" creationId="{7937F0CD-D2AC-9841-7DF4-23883D12EAC3}"/>
          </ac:spMkLst>
        </pc:spChg>
        <pc:spChg chg="add del mod">
          <ac:chgData name="Urjita Saxena" userId="a2711520defbaf11" providerId="LiveId" clId="{A523AD72-3764-4837-90C5-6D16FF7EEEB8}" dt="2025-04-20T17:48:05.241" v="427"/>
          <ac:spMkLst>
            <pc:docMk/>
            <pc:sldMk cId="1254234542" sldId="258"/>
            <ac:spMk id="11" creationId="{17264F85-EEF7-8189-7E55-AF3BF1739497}"/>
          </ac:spMkLst>
        </pc:spChg>
        <pc:spChg chg="add del">
          <ac:chgData name="Urjita Saxena" userId="a2711520defbaf11" providerId="LiveId" clId="{A523AD72-3764-4837-90C5-6D16FF7EEEB8}" dt="2025-04-20T20:50:59.599" v="543" actId="26606"/>
          <ac:spMkLst>
            <pc:docMk/>
            <pc:sldMk cId="1254234542" sldId="258"/>
            <ac:spMk id="12" creationId="{9A6C2C86-63BF-47D5-AA3F-905111A238E2}"/>
          </ac:spMkLst>
        </pc:spChg>
        <pc:spChg chg="add del">
          <ac:chgData name="Urjita Saxena" userId="a2711520defbaf11" providerId="LiveId" clId="{A523AD72-3764-4837-90C5-6D16FF7EEEB8}" dt="2025-04-20T20:51:03.440" v="547" actId="26606"/>
          <ac:spMkLst>
            <pc:docMk/>
            <pc:sldMk cId="1254234542" sldId="258"/>
            <ac:spMk id="17" creationId="{9A6C2C86-63BF-47D5-AA3F-905111A238E2}"/>
          </ac:spMkLst>
        </pc:spChg>
        <pc:spChg chg="add del">
          <ac:chgData name="Urjita Saxena" userId="a2711520defbaf11" providerId="LiveId" clId="{A523AD72-3764-4837-90C5-6D16FF7EEEB8}" dt="2025-04-20T20:51:03.440" v="547" actId="26606"/>
          <ac:spMkLst>
            <pc:docMk/>
            <pc:sldMk cId="1254234542" sldId="258"/>
            <ac:spMk id="20" creationId="{7937F0CD-D2AC-9841-7DF4-23883D12EAC3}"/>
          </ac:spMkLst>
        </pc:spChg>
        <pc:spChg chg="add del">
          <ac:chgData name="Urjita Saxena" userId="a2711520defbaf11" providerId="LiveId" clId="{A523AD72-3764-4837-90C5-6D16FF7EEEB8}" dt="2025-04-20T20:51:13.091" v="549" actId="26606"/>
          <ac:spMkLst>
            <pc:docMk/>
            <pc:sldMk cId="1254234542" sldId="258"/>
            <ac:spMk id="22" creationId="{7CFAC9FD-BAD6-47B4-9C11-BE23CEAC750B}"/>
          </ac:spMkLst>
        </pc:spChg>
        <pc:spChg chg="add del">
          <ac:chgData name="Urjita Saxena" userId="a2711520defbaf11" providerId="LiveId" clId="{A523AD72-3764-4837-90C5-6D16FF7EEEB8}" dt="2025-04-20T20:51:13.091" v="549" actId="26606"/>
          <ac:spMkLst>
            <pc:docMk/>
            <pc:sldMk cId="1254234542" sldId="258"/>
            <ac:spMk id="23" creationId="{45B67B9C-9B45-4084-9BB5-187071EE9A61}"/>
          </ac:spMkLst>
        </pc:spChg>
        <pc:spChg chg="add del">
          <ac:chgData name="Urjita Saxena" userId="a2711520defbaf11" providerId="LiveId" clId="{A523AD72-3764-4837-90C5-6D16FF7EEEB8}" dt="2025-04-20T20:51:13.091" v="549" actId="26606"/>
          <ac:spMkLst>
            <pc:docMk/>
            <pc:sldMk cId="1254234542" sldId="258"/>
            <ac:spMk id="24" creationId="{7937F0CD-D2AC-9841-7DF4-23883D12EAC3}"/>
          </ac:spMkLst>
        </pc:spChg>
        <pc:spChg chg="add del">
          <ac:chgData name="Urjita Saxena" userId="a2711520defbaf11" providerId="LiveId" clId="{A523AD72-3764-4837-90C5-6D16FF7EEEB8}" dt="2025-04-20T20:52:04.457" v="565"/>
          <ac:spMkLst>
            <pc:docMk/>
            <pc:sldMk cId="1254234542" sldId="258"/>
            <ac:spMk id="26" creationId="{9A6C2C86-63BF-47D5-AA3F-905111A238E2}"/>
          </ac:spMkLst>
        </pc:spChg>
        <pc:spChg chg="add mod">
          <ac:chgData name="Urjita Saxena" userId="a2711520defbaf11" providerId="LiveId" clId="{A523AD72-3764-4837-90C5-6D16FF7EEEB8}" dt="2025-04-20T22:18:29.222" v="1643" actId="255"/>
          <ac:spMkLst>
            <pc:docMk/>
            <pc:sldMk cId="1254234542" sldId="258"/>
            <ac:spMk id="28" creationId="{7937F0CD-D2AC-9841-7DF4-23883D12EAC3}"/>
          </ac:spMkLst>
        </pc:spChg>
        <pc:spChg chg="add del">
          <ac:chgData name="Urjita Saxena" userId="a2711520defbaf11" providerId="LiveId" clId="{A523AD72-3764-4837-90C5-6D16FF7EEEB8}" dt="2025-04-20T21:04:21.762" v="637"/>
          <ac:spMkLst>
            <pc:docMk/>
            <pc:sldMk cId="1254234542" sldId="258"/>
            <ac:spMk id="30" creationId="{2C10C105-EEB5-43F7-AA95-5DDB920D75B0}"/>
          </ac:spMkLst>
        </pc:spChg>
        <pc:spChg chg="add del">
          <ac:chgData name="Urjita Saxena" userId="a2711520defbaf11" providerId="LiveId" clId="{A523AD72-3764-4837-90C5-6D16FF7EEEB8}" dt="2025-04-20T21:16:34.668" v="681"/>
          <ac:spMkLst>
            <pc:docMk/>
            <pc:sldMk cId="1254234542" sldId="258"/>
            <ac:spMk id="32" creationId="{9A6C2C86-63BF-47D5-AA3F-905111A238E2}"/>
          </ac:spMkLst>
        </pc:spChg>
        <pc:spChg chg="add del">
          <ac:chgData name="Urjita Saxena" userId="a2711520defbaf11" providerId="LiveId" clId="{A523AD72-3764-4837-90C5-6D16FF7EEEB8}" dt="2025-04-20T20:58:53.436" v="582"/>
          <ac:spMkLst>
            <pc:docMk/>
            <pc:sldMk cId="1254234542" sldId="258"/>
            <ac:spMk id="33" creationId="{2C10C105-EEB5-43F7-AA95-5DDB920D75B0}"/>
          </ac:spMkLst>
        </pc:spChg>
        <pc:spChg chg="add del">
          <ac:chgData name="Urjita Saxena" userId="a2711520defbaf11" providerId="LiveId" clId="{A523AD72-3764-4837-90C5-6D16FF7EEEB8}" dt="2025-04-20T21:45:27.458" v="1296"/>
          <ac:spMkLst>
            <pc:docMk/>
            <pc:sldMk cId="1254234542" sldId="258"/>
            <ac:spMk id="36" creationId="{9A6C2C86-63BF-47D5-AA3F-905111A238E2}"/>
          </ac:spMkLst>
        </pc:spChg>
        <pc:spChg chg="add del">
          <ac:chgData name="Urjita Saxena" userId="a2711520defbaf11" providerId="LiveId" clId="{A523AD72-3764-4837-90C5-6D16FF7EEEB8}" dt="2025-04-20T21:54:30.998" v="1403" actId="26606"/>
          <ac:spMkLst>
            <pc:docMk/>
            <pc:sldMk cId="1254234542" sldId="258"/>
            <ac:spMk id="38" creationId="{9A6C2C86-63BF-47D5-AA3F-905111A238E2}"/>
          </ac:spMkLst>
        </pc:spChg>
        <pc:spChg chg="add">
          <ac:chgData name="Urjita Saxena" userId="a2711520defbaf11" providerId="LiveId" clId="{A523AD72-3764-4837-90C5-6D16FF7EEEB8}" dt="2025-04-20T21:54:30.998" v="1403" actId="26606"/>
          <ac:spMkLst>
            <pc:docMk/>
            <pc:sldMk cId="1254234542" sldId="258"/>
            <ac:spMk id="44" creationId="{2C10C105-EEB5-43F7-AA95-5DDB920D75B0}"/>
          </ac:spMkLst>
        </pc:spChg>
        <pc:graphicFrameChg chg="add del">
          <ac:chgData name="Urjita Saxena" userId="a2711520defbaf11" providerId="LiveId" clId="{A523AD72-3764-4837-90C5-6D16FF7EEEB8}" dt="2025-04-20T20:51:02.164" v="545" actId="26606"/>
          <ac:graphicFrameMkLst>
            <pc:docMk/>
            <pc:sldMk cId="1254234542" sldId="258"/>
            <ac:graphicFrameMk id="15" creationId="{AE0586D0-13D2-19C5-42BC-C640187681CA}"/>
          </ac:graphicFrameMkLst>
        </pc:graphicFrameChg>
        <pc:picChg chg="add del mod">
          <ac:chgData name="Urjita Saxena" userId="a2711520defbaf11" providerId="LiveId" clId="{A523AD72-3764-4837-90C5-6D16FF7EEEB8}" dt="2025-04-20T20:50:50.335" v="541" actId="478"/>
          <ac:picMkLst>
            <pc:docMk/>
            <pc:sldMk cId="1254234542" sldId="258"/>
            <ac:picMk id="7" creationId="{5522D081-2D77-A7A9-5261-C42CB1DF2E42}"/>
          </ac:picMkLst>
        </pc:picChg>
        <pc:picChg chg="add del">
          <ac:chgData name="Urjita Saxena" userId="a2711520defbaf11" providerId="LiveId" clId="{A523AD72-3764-4837-90C5-6D16FF7EEEB8}" dt="2025-04-20T21:04:21.762" v="637"/>
          <ac:picMkLst>
            <pc:docMk/>
            <pc:sldMk cId="1254234542" sldId="258"/>
            <ac:picMk id="31" creationId="{94BF495F-706E-4740-8918-C1F52CEA9D0B}"/>
          </ac:picMkLst>
        </pc:picChg>
        <pc:picChg chg="add del">
          <ac:chgData name="Urjita Saxena" userId="a2711520defbaf11" providerId="LiveId" clId="{A523AD72-3764-4837-90C5-6D16FF7EEEB8}" dt="2025-04-20T20:58:53.436" v="582"/>
          <ac:picMkLst>
            <pc:docMk/>
            <pc:sldMk cId="1254234542" sldId="258"/>
            <ac:picMk id="35" creationId="{94BF495F-706E-4740-8918-C1F52CEA9D0B}"/>
          </ac:picMkLst>
        </pc:picChg>
        <pc:picChg chg="add">
          <ac:chgData name="Urjita Saxena" userId="a2711520defbaf11" providerId="LiveId" clId="{A523AD72-3764-4837-90C5-6D16FF7EEEB8}" dt="2025-04-20T21:54:30.998" v="1403" actId="26606"/>
          <ac:picMkLst>
            <pc:docMk/>
            <pc:sldMk cId="1254234542" sldId="258"/>
            <ac:picMk id="46" creationId="{94BF495F-706E-4740-8918-C1F52CEA9D0B}"/>
          </ac:picMkLst>
        </pc:picChg>
        <pc:cxnChg chg="add del">
          <ac:chgData name="Urjita Saxena" userId="a2711520defbaf11" providerId="LiveId" clId="{A523AD72-3764-4837-90C5-6D16FF7EEEB8}" dt="2025-04-20T20:50:59.599" v="543" actId="26606"/>
          <ac:cxnSpMkLst>
            <pc:docMk/>
            <pc:sldMk cId="1254234542" sldId="258"/>
            <ac:cxnSpMk id="13" creationId="{425A0768-3044-4AA9-A889-D2CAA68C517A}"/>
          </ac:cxnSpMkLst>
        </pc:cxnChg>
        <pc:cxnChg chg="add del">
          <ac:chgData name="Urjita Saxena" userId="a2711520defbaf11" providerId="LiveId" clId="{A523AD72-3764-4837-90C5-6D16FF7EEEB8}" dt="2025-04-20T20:51:03.440" v="547" actId="26606"/>
          <ac:cxnSpMkLst>
            <pc:docMk/>
            <pc:sldMk cId="1254234542" sldId="258"/>
            <ac:cxnSpMk id="19" creationId="{425A0768-3044-4AA9-A889-D2CAA68C517A}"/>
          </ac:cxnSpMkLst>
        </pc:cxnChg>
        <pc:cxnChg chg="add del">
          <ac:chgData name="Urjita Saxena" userId="a2711520defbaf11" providerId="LiveId" clId="{A523AD72-3764-4837-90C5-6D16FF7EEEB8}" dt="2025-04-20T20:52:04.457" v="565"/>
          <ac:cxnSpMkLst>
            <pc:docMk/>
            <pc:sldMk cId="1254234542" sldId="258"/>
            <ac:cxnSpMk id="27" creationId="{425A0768-3044-4AA9-A889-D2CAA68C517A}"/>
          </ac:cxnSpMkLst>
        </pc:cxnChg>
        <pc:cxnChg chg="add del">
          <ac:chgData name="Urjita Saxena" userId="a2711520defbaf11" providerId="LiveId" clId="{A523AD72-3764-4837-90C5-6D16FF7EEEB8}" dt="2025-04-20T21:16:34.668" v="681"/>
          <ac:cxnSpMkLst>
            <pc:docMk/>
            <pc:sldMk cId="1254234542" sldId="258"/>
            <ac:cxnSpMk id="34" creationId="{425A0768-3044-4AA9-A889-D2CAA68C517A}"/>
          </ac:cxnSpMkLst>
        </pc:cxnChg>
        <pc:cxnChg chg="add del">
          <ac:chgData name="Urjita Saxena" userId="a2711520defbaf11" providerId="LiveId" clId="{A523AD72-3764-4837-90C5-6D16FF7EEEB8}" dt="2025-04-20T21:45:27.458" v="1296"/>
          <ac:cxnSpMkLst>
            <pc:docMk/>
            <pc:sldMk cId="1254234542" sldId="258"/>
            <ac:cxnSpMk id="37" creationId="{425A0768-3044-4AA9-A889-D2CAA68C517A}"/>
          </ac:cxnSpMkLst>
        </pc:cxnChg>
        <pc:cxnChg chg="add del">
          <ac:chgData name="Urjita Saxena" userId="a2711520defbaf11" providerId="LiveId" clId="{A523AD72-3764-4837-90C5-6D16FF7EEEB8}" dt="2025-04-20T21:54:30.998" v="1403" actId="26606"/>
          <ac:cxnSpMkLst>
            <pc:docMk/>
            <pc:sldMk cId="1254234542" sldId="258"/>
            <ac:cxnSpMk id="39" creationId="{425A0768-3044-4AA9-A889-D2CAA68C517A}"/>
          </ac:cxnSpMkLst>
        </pc:cxnChg>
      </pc:sldChg>
      <pc:sldChg chg="addSp delSp modSp mod setBg delDesignElem">
        <pc:chgData name="Urjita Saxena" userId="a2711520defbaf11" providerId="LiveId" clId="{A523AD72-3764-4837-90C5-6D16FF7EEEB8}" dt="2025-04-20T22:17:47.637" v="1636" actId="255"/>
        <pc:sldMkLst>
          <pc:docMk/>
          <pc:sldMk cId="3857149374" sldId="259"/>
        </pc:sldMkLst>
        <pc:spChg chg="mod">
          <ac:chgData name="Urjita Saxena" userId="a2711520defbaf11" providerId="LiveId" clId="{A523AD72-3764-4837-90C5-6D16FF7EEEB8}" dt="2025-04-20T22:04:37.462" v="1542" actId="122"/>
          <ac:spMkLst>
            <pc:docMk/>
            <pc:sldMk cId="3857149374" sldId="259"/>
            <ac:spMk id="2" creationId="{1E8157D0-5C46-25EF-F4EA-2BA49ACAD597}"/>
          </ac:spMkLst>
        </pc:spChg>
        <pc:spChg chg="mod">
          <ac:chgData name="Urjita Saxena" userId="a2711520defbaf11" providerId="LiveId" clId="{A523AD72-3764-4837-90C5-6D16FF7EEEB8}" dt="2025-04-20T22:17:47.637" v="1636" actId="255"/>
          <ac:spMkLst>
            <pc:docMk/>
            <pc:sldMk cId="3857149374" sldId="259"/>
            <ac:spMk id="3" creationId="{2841AE55-0AB9-7989-53F5-B5C1D77014DA}"/>
          </ac:spMkLst>
        </pc:spChg>
        <pc:spChg chg="add del">
          <ac:chgData name="Urjita Saxena" userId="a2711520defbaf11" providerId="LiveId" clId="{A523AD72-3764-4837-90C5-6D16FF7EEEB8}" dt="2025-04-20T20:51:27.826" v="553" actId="26606"/>
          <ac:spMkLst>
            <pc:docMk/>
            <pc:sldMk cId="3857149374" sldId="259"/>
            <ac:spMk id="7" creationId="{9A6C2C86-63BF-47D5-AA3F-905111A238E2}"/>
          </ac:spMkLst>
        </pc:spChg>
        <pc:spChg chg="add del">
          <ac:chgData name="Urjita Saxena" userId="a2711520defbaf11" providerId="LiveId" clId="{A523AD72-3764-4837-90C5-6D16FF7EEEB8}" dt="2025-04-20T20:51:34.805" v="555" actId="26606"/>
          <ac:spMkLst>
            <pc:docMk/>
            <pc:sldMk cId="3857149374" sldId="259"/>
            <ac:spMk id="11" creationId="{769960A3-4EE1-43D2-ABFC-C7A03ED21489}"/>
          </ac:spMkLst>
        </pc:spChg>
        <pc:spChg chg="add del">
          <ac:chgData name="Urjita Saxena" userId="a2711520defbaf11" providerId="LiveId" clId="{A523AD72-3764-4837-90C5-6D16FF7EEEB8}" dt="2025-04-20T21:04:21.762" v="637"/>
          <ac:spMkLst>
            <pc:docMk/>
            <pc:sldMk cId="3857149374" sldId="259"/>
            <ac:spMk id="13" creationId="{2C10C105-EEB5-43F7-AA95-5DDB920D75B0}"/>
          </ac:spMkLst>
        </pc:spChg>
        <pc:spChg chg="add del">
          <ac:chgData name="Urjita Saxena" userId="a2711520defbaf11" providerId="LiveId" clId="{A523AD72-3764-4837-90C5-6D16FF7EEEB8}" dt="2025-04-20T20:52:04.457" v="565"/>
          <ac:spMkLst>
            <pc:docMk/>
            <pc:sldMk cId="3857149374" sldId="259"/>
            <ac:spMk id="14" creationId="{9A6C2C86-63BF-47D5-AA3F-905111A238E2}"/>
          </ac:spMkLst>
        </pc:spChg>
        <pc:spChg chg="add del">
          <ac:chgData name="Urjita Saxena" userId="a2711520defbaf11" providerId="LiveId" clId="{A523AD72-3764-4837-90C5-6D16FF7EEEB8}" dt="2025-04-20T21:13:39.793" v="656" actId="26606"/>
          <ac:spMkLst>
            <pc:docMk/>
            <pc:sldMk cId="3857149374" sldId="259"/>
            <ac:spMk id="19" creationId="{9A6C2C86-63BF-47D5-AA3F-905111A238E2}"/>
          </ac:spMkLst>
        </pc:spChg>
        <pc:picChg chg="add del mod">
          <ac:chgData name="Urjita Saxena" userId="a2711520defbaf11" providerId="LiveId" clId="{A523AD72-3764-4837-90C5-6D16FF7EEEB8}" dt="2025-04-20T20:51:19.238" v="551" actId="478"/>
          <ac:picMkLst>
            <pc:docMk/>
            <pc:sldMk cId="3857149374" sldId="259"/>
            <ac:picMk id="4" creationId="{1E367D08-C2F8-92A0-7642-3F4FE7392038}"/>
          </ac:picMkLst>
        </pc:picChg>
        <pc:picChg chg="add del mod">
          <ac:chgData name="Urjita Saxena" userId="a2711520defbaf11" providerId="LiveId" clId="{A523AD72-3764-4837-90C5-6D16FF7EEEB8}" dt="2025-04-20T21:15:09.436" v="664" actId="478"/>
          <ac:picMkLst>
            <pc:docMk/>
            <pc:sldMk cId="3857149374" sldId="259"/>
            <ac:picMk id="6" creationId="{B01698E5-C4C6-5BEF-B2DA-C2F88C798A23}"/>
          </ac:picMkLst>
        </pc:picChg>
        <pc:picChg chg="add del">
          <ac:chgData name="Urjita Saxena" userId="a2711520defbaf11" providerId="LiveId" clId="{A523AD72-3764-4837-90C5-6D16FF7EEEB8}" dt="2025-04-20T20:51:34.805" v="555" actId="26606"/>
          <ac:picMkLst>
            <pc:docMk/>
            <pc:sldMk cId="3857149374" sldId="259"/>
            <ac:picMk id="12" creationId="{16ABCF9F-46A6-4370-8EC8-B1EDB4510B54}"/>
          </ac:picMkLst>
        </pc:picChg>
        <pc:picChg chg="add del">
          <ac:chgData name="Urjita Saxena" userId="a2711520defbaf11" providerId="LiveId" clId="{A523AD72-3764-4837-90C5-6D16FF7EEEB8}" dt="2025-04-20T21:04:21.762" v="637"/>
          <ac:picMkLst>
            <pc:docMk/>
            <pc:sldMk cId="3857149374" sldId="259"/>
            <ac:picMk id="18" creationId="{94BF495F-706E-4740-8918-C1F52CEA9D0B}"/>
          </ac:picMkLst>
        </pc:picChg>
        <pc:picChg chg="add mod">
          <ac:chgData name="Urjita Saxena" userId="a2711520defbaf11" providerId="LiveId" clId="{A523AD72-3764-4837-90C5-6D16FF7EEEB8}" dt="2025-04-20T21:15:14.022" v="666" actId="26606"/>
          <ac:picMkLst>
            <pc:docMk/>
            <pc:sldMk cId="3857149374" sldId="259"/>
            <ac:picMk id="10242" creationId="{E604F8C3-45E0-50A2-5019-BE572FF884B5}"/>
          </ac:picMkLst>
        </pc:picChg>
        <pc:cxnChg chg="add del">
          <ac:chgData name="Urjita Saxena" userId="a2711520defbaf11" providerId="LiveId" clId="{A523AD72-3764-4837-90C5-6D16FF7EEEB8}" dt="2025-04-20T20:51:27.826" v="553" actId="26606"/>
          <ac:cxnSpMkLst>
            <pc:docMk/>
            <pc:sldMk cId="3857149374" sldId="259"/>
            <ac:cxnSpMk id="9" creationId="{425A0768-3044-4AA9-A889-D2CAA68C517A}"/>
          </ac:cxnSpMkLst>
        </pc:cxnChg>
        <pc:cxnChg chg="add del">
          <ac:chgData name="Urjita Saxena" userId="a2711520defbaf11" providerId="LiveId" clId="{A523AD72-3764-4837-90C5-6D16FF7EEEB8}" dt="2025-04-20T20:52:04.457" v="565"/>
          <ac:cxnSpMkLst>
            <pc:docMk/>
            <pc:sldMk cId="3857149374" sldId="259"/>
            <ac:cxnSpMk id="16" creationId="{425A0768-3044-4AA9-A889-D2CAA68C517A}"/>
          </ac:cxnSpMkLst>
        </pc:cxnChg>
        <pc:cxnChg chg="add del">
          <ac:chgData name="Urjita Saxena" userId="a2711520defbaf11" providerId="LiveId" clId="{A523AD72-3764-4837-90C5-6D16FF7EEEB8}" dt="2025-04-20T21:13:39.793" v="656" actId="26606"/>
          <ac:cxnSpMkLst>
            <pc:docMk/>
            <pc:sldMk cId="3857149374" sldId="259"/>
            <ac:cxnSpMk id="20" creationId="{425A0768-3044-4AA9-A889-D2CAA68C517A}"/>
          </ac:cxnSpMkLst>
        </pc:cxnChg>
      </pc:sldChg>
      <pc:sldChg chg="addSp delSp modSp mod setBg delDesignElem">
        <pc:chgData name="Urjita Saxena" userId="a2711520defbaf11" providerId="LiveId" clId="{A523AD72-3764-4837-90C5-6D16FF7EEEB8}" dt="2025-04-20T22:17:24.236" v="1633" actId="1076"/>
        <pc:sldMkLst>
          <pc:docMk/>
          <pc:sldMk cId="4434030" sldId="260"/>
        </pc:sldMkLst>
        <pc:spChg chg="mod">
          <ac:chgData name="Urjita Saxena" userId="a2711520defbaf11" providerId="LiveId" clId="{A523AD72-3764-4837-90C5-6D16FF7EEEB8}" dt="2025-04-20T22:04:31.201" v="1541" actId="122"/>
          <ac:spMkLst>
            <pc:docMk/>
            <pc:sldMk cId="4434030" sldId="260"/>
            <ac:spMk id="2" creationId="{0AF30A84-27BF-AE1D-D96A-D85898E58D2A}"/>
          </ac:spMkLst>
        </pc:spChg>
        <pc:spChg chg="del mod">
          <ac:chgData name="Urjita Saxena" userId="a2711520defbaf11" providerId="LiveId" clId="{A523AD72-3764-4837-90C5-6D16FF7EEEB8}" dt="2025-04-20T17:48:41.688" v="433"/>
          <ac:spMkLst>
            <pc:docMk/>
            <pc:sldMk cId="4434030" sldId="260"/>
            <ac:spMk id="3" creationId="{81F350EC-83BB-80C0-AA48-45898CA53484}"/>
          </ac:spMkLst>
        </pc:spChg>
        <pc:spChg chg="add del mod">
          <ac:chgData name="Urjita Saxena" userId="a2711520defbaf11" providerId="LiveId" clId="{A523AD72-3764-4837-90C5-6D16FF7EEEB8}" dt="2025-04-20T20:51:46.787" v="557" actId="26606"/>
          <ac:spMkLst>
            <pc:docMk/>
            <pc:sldMk cId="4434030" sldId="260"/>
            <ac:spMk id="4" creationId="{8E1105C9-FC2D-60D2-4449-37AD4E812D55}"/>
          </ac:spMkLst>
        </pc:spChg>
        <pc:spChg chg="add del mod">
          <ac:chgData name="Urjita Saxena" userId="a2711520defbaf11" providerId="LiveId" clId="{A523AD72-3764-4837-90C5-6D16FF7EEEB8}" dt="2025-04-20T21:17:16.659" v="684" actId="478"/>
          <ac:spMkLst>
            <pc:docMk/>
            <pc:sldMk cId="4434030" sldId="260"/>
            <ac:spMk id="5" creationId="{36E1DC40-0C2A-821D-B876-CD49B85A5366}"/>
          </ac:spMkLst>
        </pc:spChg>
        <pc:spChg chg="add del mod">
          <ac:chgData name="Urjita Saxena" userId="a2711520defbaf11" providerId="LiveId" clId="{A523AD72-3764-4837-90C5-6D16FF7EEEB8}" dt="2025-04-20T21:16:14.871" v="668"/>
          <ac:spMkLst>
            <pc:docMk/>
            <pc:sldMk cId="4434030" sldId="260"/>
            <ac:spMk id="8" creationId="{5764BE7A-DD88-27C7-F26D-5F7D2A169ED5}"/>
          </ac:spMkLst>
        </pc:spChg>
        <pc:spChg chg="add mod">
          <ac:chgData name="Urjita Saxena" userId="a2711520defbaf11" providerId="LiveId" clId="{A523AD72-3764-4837-90C5-6D16FF7EEEB8}" dt="2025-04-20T22:16:06.435" v="1622" actId="20577"/>
          <ac:spMkLst>
            <pc:docMk/>
            <pc:sldMk cId="4434030" sldId="260"/>
            <ac:spMk id="10" creationId="{DA4CE752-4D37-5629-7CA2-6A2376D76F48}"/>
          </ac:spMkLst>
        </pc:spChg>
        <pc:spChg chg="add del mod">
          <ac:chgData name="Urjita Saxena" userId="a2711520defbaf11" providerId="LiveId" clId="{A523AD72-3764-4837-90C5-6D16FF7EEEB8}" dt="2025-04-20T21:54:15.962" v="1398" actId="478"/>
          <ac:spMkLst>
            <pc:docMk/>
            <pc:sldMk cId="4434030" sldId="260"/>
            <ac:spMk id="11" creationId="{F7B3E2A0-47DD-C523-4783-38C9A3E0AB94}"/>
          </ac:spMkLst>
        </pc:spChg>
        <pc:spChg chg="add del">
          <ac:chgData name="Urjita Saxena" userId="a2711520defbaf11" providerId="LiveId" clId="{A523AD72-3764-4837-90C5-6D16FF7EEEB8}" dt="2025-04-20T21:54:21.096" v="1400" actId="26606"/>
          <ac:spMkLst>
            <pc:docMk/>
            <pc:sldMk cId="4434030" sldId="260"/>
            <ac:spMk id="12" creationId="{9A6C2C86-63BF-47D5-AA3F-905111A238E2}"/>
          </ac:spMkLst>
        </pc:spChg>
        <pc:spChg chg="add mod">
          <ac:chgData name="Urjita Saxena" userId="a2711520defbaf11" providerId="LiveId" clId="{A523AD72-3764-4837-90C5-6D16FF7EEEB8}" dt="2025-04-20T22:17:24.236" v="1633" actId="1076"/>
          <ac:spMkLst>
            <pc:docMk/>
            <pc:sldMk cId="4434030" sldId="260"/>
            <ac:spMk id="14" creationId="{16005696-3372-2572-C794-1D47718DB8F1}"/>
          </ac:spMkLst>
        </pc:spChg>
        <pc:spChg chg="add del">
          <ac:chgData name="Urjita Saxena" userId="a2711520defbaf11" providerId="LiveId" clId="{A523AD72-3764-4837-90C5-6D16FF7EEEB8}" dt="2025-04-20T21:45:27.458" v="1296"/>
          <ac:spMkLst>
            <pc:docMk/>
            <pc:sldMk cId="4434030" sldId="260"/>
            <ac:spMk id="15" creationId="{9A6C2C86-63BF-47D5-AA3F-905111A238E2}"/>
          </ac:spMkLst>
        </pc:spChg>
        <pc:spChg chg="add">
          <ac:chgData name="Urjita Saxena" userId="a2711520defbaf11" providerId="LiveId" clId="{A523AD72-3764-4837-90C5-6D16FF7EEEB8}" dt="2025-04-20T21:54:21.104" v="1401" actId="26606"/>
          <ac:spMkLst>
            <pc:docMk/>
            <pc:sldMk cId="4434030" sldId="260"/>
            <ac:spMk id="16" creationId="{2C10C105-EEB5-43F7-AA95-5DDB920D75B0}"/>
          </ac:spMkLst>
        </pc:spChg>
        <pc:graphicFrameChg chg="add del">
          <ac:chgData name="Urjita Saxena" userId="a2711520defbaf11" providerId="LiveId" clId="{A523AD72-3764-4837-90C5-6D16FF7EEEB8}" dt="2025-04-20T21:16:12.666" v="667" actId="478"/>
          <ac:graphicFrameMkLst>
            <pc:docMk/>
            <pc:sldMk cId="4434030" sldId="260"/>
            <ac:graphicFrameMk id="9" creationId="{06D6785D-5E76-BD5D-8E93-4926DC1397F6}"/>
          </ac:graphicFrameMkLst>
        </pc:graphicFrameChg>
        <pc:picChg chg="add del mod">
          <ac:chgData name="Urjita Saxena" userId="a2711520defbaf11" providerId="LiveId" clId="{A523AD72-3764-4837-90C5-6D16FF7EEEB8}" dt="2025-04-20T20:57:40.831" v="575" actId="478"/>
          <ac:picMkLst>
            <pc:docMk/>
            <pc:sldMk cId="4434030" sldId="260"/>
            <ac:picMk id="6" creationId="{EE28B991-4F90-45D2-5925-67F34AE4FEAF}"/>
          </ac:picMkLst>
        </pc:picChg>
        <pc:picChg chg="add">
          <ac:chgData name="Urjita Saxena" userId="a2711520defbaf11" providerId="LiveId" clId="{A523AD72-3764-4837-90C5-6D16FF7EEEB8}" dt="2025-04-20T21:54:21.104" v="1401" actId="26606"/>
          <ac:picMkLst>
            <pc:docMk/>
            <pc:sldMk cId="4434030" sldId="260"/>
            <ac:picMk id="18" creationId="{94BF495F-706E-4740-8918-C1F52CEA9D0B}"/>
          </ac:picMkLst>
        </pc:picChg>
        <pc:cxnChg chg="add del">
          <ac:chgData name="Urjita Saxena" userId="a2711520defbaf11" providerId="LiveId" clId="{A523AD72-3764-4837-90C5-6D16FF7EEEB8}" dt="2025-04-20T21:54:21.096" v="1400" actId="26606"/>
          <ac:cxnSpMkLst>
            <pc:docMk/>
            <pc:sldMk cId="4434030" sldId="260"/>
            <ac:cxnSpMk id="13" creationId="{425A0768-3044-4AA9-A889-D2CAA68C517A}"/>
          </ac:cxnSpMkLst>
        </pc:cxnChg>
        <pc:cxnChg chg="add del">
          <ac:chgData name="Urjita Saxena" userId="a2711520defbaf11" providerId="LiveId" clId="{A523AD72-3764-4837-90C5-6D16FF7EEEB8}" dt="2025-04-20T21:45:27.458" v="1296"/>
          <ac:cxnSpMkLst>
            <pc:docMk/>
            <pc:sldMk cId="4434030" sldId="260"/>
            <ac:cxnSpMk id="17" creationId="{425A0768-3044-4AA9-A889-D2CAA68C517A}"/>
          </ac:cxnSpMkLst>
        </pc:cxnChg>
      </pc:sldChg>
      <pc:sldChg chg="addSp delSp modSp mod setBg setClrOvrMap delDesignElem">
        <pc:chgData name="Urjita Saxena" userId="a2711520defbaf11" providerId="LiveId" clId="{A523AD72-3764-4837-90C5-6D16FF7EEEB8}" dt="2025-04-20T22:15:23.829" v="1615" actId="14"/>
        <pc:sldMkLst>
          <pc:docMk/>
          <pc:sldMk cId="1533324659" sldId="261"/>
        </pc:sldMkLst>
        <pc:spChg chg="mod">
          <ac:chgData name="Urjita Saxena" userId="a2711520defbaf11" providerId="LiveId" clId="{A523AD72-3764-4837-90C5-6D16FF7EEEB8}" dt="2025-04-20T22:04:17.617" v="1540" actId="122"/>
          <ac:spMkLst>
            <pc:docMk/>
            <pc:sldMk cId="1533324659" sldId="261"/>
            <ac:spMk id="2" creationId="{D88E50A6-DA05-0A1B-95BF-7D6031B11C62}"/>
          </ac:spMkLst>
        </pc:spChg>
        <pc:spChg chg="del mod">
          <ac:chgData name="Urjita Saxena" userId="a2711520defbaf11" providerId="LiveId" clId="{A523AD72-3764-4837-90C5-6D16FF7EEEB8}" dt="2025-04-20T17:49:28.839" v="453"/>
          <ac:spMkLst>
            <pc:docMk/>
            <pc:sldMk cId="1533324659" sldId="261"/>
            <ac:spMk id="3" creationId="{64BC5898-B2C1-92F8-3721-477B8F24BD0B}"/>
          </ac:spMkLst>
        </pc:spChg>
        <pc:spChg chg="add mod ord">
          <ac:chgData name="Urjita Saxena" userId="a2711520defbaf11" providerId="LiveId" clId="{A523AD72-3764-4837-90C5-6D16FF7EEEB8}" dt="2025-04-20T22:15:23.829" v="1615" actId="14"/>
          <ac:spMkLst>
            <pc:docMk/>
            <pc:sldMk cId="1533324659" sldId="261"/>
            <ac:spMk id="5" creationId="{D09F14A7-0F53-5BBB-979D-DD2E759AB893}"/>
          </ac:spMkLst>
        </pc:spChg>
        <pc:spChg chg="add del">
          <ac:chgData name="Urjita Saxena" userId="a2711520defbaf11" providerId="LiveId" clId="{A523AD72-3764-4837-90C5-6D16FF7EEEB8}" dt="2025-04-20T20:59:07.166" v="585" actId="26606"/>
          <ac:spMkLst>
            <pc:docMk/>
            <pc:sldMk cId="1533324659" sldId="261"/>
            <ac:spMk id="7" creationId="{2C10C105-EEB5-43F7-AA95-5DDB920D75B0}"/>
          </ac:spMkLst>
        </pc:spChg>
        <pc:spChg chg="add del">
          <ac:chgData name="Urjita Saxena" userId="a2711520defbaf11" providerId="LiveId" clId="{A523AD72-3764-4837-90C5-6D16FF7EEEB8}" dt="2025-04-20T21:45:27.458" v="1296"/>
          <ac:spMkLst>
            <pc:docMk/>
            <pc:sldMk cId="1533324659" sldId="261"/>
            <ac:spMk id="9" creationId="{9A6C2C86-63BF-47D5-AA3F-905111A238E2}"/>
          </ac:spMkLst>
        </pc:spChg>
        <pc:spChg chg="add del">
          <ac:chgData name="Urjita Saxena" userId="a2711520defbaf11" providerId="LiveId" clId="{A523AD72-3764-4837-90C5-6D16FF7EEEB8}" dt="2025-04-20T20:59:16.876" v="587" actId="26606"/>
          <ac:spMkLst>
            <pc:docMk/>
            <pc:sldMk cId="1533324659" sldId="261"/>
            <ac:spMk id="14" creationId="{9A6C2C86-63BF-47D5-AA3F-905111A238E2}"/>
          </ac:spMkLst>
        </pc:spChg>
        <pc:spChg chg="add">
          <ac:chgData name="Urjita Saxena" userId="a2711520defbaf11" providerId="LiveId" clId="{A523AD72-3764-4837-90C5-6D16FF7EEEB8}" dt="2025-04-20T21:54:46.579" v="1405" actId="26606"/>
          <ac:spMkLst>
            <pc:docMk/>
            <pc:sldMk cId="1533324659" sldId="261"/>
            <ac:spMk id="4101" creationId="{0A22D114-11B7-46ED-94A9-18DC1C977BF4}"/>
          </ac:spMkLst>
        </pc:spChg>
        <pc:spChg chg="add del">
          <ac:chgData name="Urjita Saxena" userId="a2711520defbaf11" providerId="LiveId" clId="{A523AD72-3764-4837-90C5-6D16FF7EEEB8}" dt="2025-04-20T21:50:51.135" v="1376" actId="26606"/>
          <ac:spMkLst>
            <pc:docMk/>
            <pc:sldMk cId="1533324659" sldId="261"/>
            <ac:spMk id="4106" creationId="{37D54B6C-87D0-4C03-8335-3955179D2B5B}"/>
          </ac:spMkLst>
        </pc:spChg>
        <pc:spChg chg="add del">
          <ac:chgData name="Urjita Saxena" userId="a2711520defbaf11" providerId="LiveId" clId="{A523AD72-3764-4837-90C5-6D16FF7EEEB8}" dt="2025-04-20T21:52:26.026" v="1383"/>
          <ac:spMkLst>
            <pc:docMk/>
            <pc:sldMk cId="1533324659" sldId="261"/>
            <ac:spMk id="4108" creationId="{95CB840F-8E41-4CA5-B79B-25CC80AD234A}"/>
          </ac:spMkLst>
        </pc:spChg>
        <pc:picChg chg="add del mod">
          <ac:chgData name="Urjita Saxena" userId="a2711520defbaf11" providerId="LiveId" clId="{A523AD72-3764-4837-90C5-6D16FF7EEEB8}" dt="2025-04-20T20:58:58.005" v="583" actId="478"/>
          <ac:picMkLst>
            <pc:docMk/>
            <pc:sldMk cId="1533324659" sldId="261"/>
            <ac:picMk id="4" creationId="{57FEA88E-D098-9D28-F7A9-979E265F1479}"/>
          </ac:picMkLst>
        </pc:picChg>
        <pc:picChg chg="add del">
          <ac:chgData name="Urjita Saxena" userId="a2711520defbaf11" providerId="LiveId" clId="{A523AD72-3764-4837-90C5-6D16FF7EEEB8}" dt="2025-04-20T20:59:53.791" v="591"/>
          <ac:picMkLst>
            <pc:docMk/>
            <pc:sldMk cId="1533324659" sldId="261"/>
            <ac:picMk id="11" creationId="{559DF61F-9058-49C9-8F75-DC501F983B0E}"/>
          </ac:picMkLst>
        </pc:picChg>
        <pc:picChg chg="add del">
          <ac:chgData name="Urjita Saxena" userId="a2711520defbaf11" providerId="LiveId" clId="{A523AD72-3764-4837-90C5-6D16FF7EEEB8}" dt="2025-04-20T20:59:07.166" v="585" actId="26606"/>
          <ac:picMkLst>
            <pc:docMk/>
            <pc:sldMk cId="1533324659" sldId="261"/>
            <ac:picMk id="12" creationId="{94BF495F-706E-4740-8918-C1F52CEA9D0B}"/>
          </ac:picMkLst>
        </pc:picChg>
        <pc:picChg chg="add del">
          <ac:chgData name="Urjita Saxena" userId="a2711520defbaf11" providerId="LiveId" clId="{A523AD72-3764-4837-90C5-6D16FF7EEEB8}" dt="2025-04-20T21:20:20.467" v="694" actId="478"/>
          <ac:picMkLst>
            <pc:docMk/>
            <pc:sldMk cId="1533324659" sldId="261"/>
            <ac:picMk id="18" creationId="{508F3FA5-595C-4675-79AE-829BD0E74475}"/>
          </ac:picMkLst>
        </pc:picChg>
        <pc:picChg chg="add mod ord">
          <ac:chgData name="Urjita Saxena" userId="a2711520defbaf11" providerId="LiveId" clId="{A523AD72-3764-4837-90C5-6D16FF7EEEB8}" dt="2025-04-20T21:54:46.579" v="1405" actId="26606"/>
          <ac:picMkLst>
            <pc:docMk/>
            <pc:sldMk cId="1533324659" sldId="261"/>
            <ac:picMk id="4099" creationId="{6EB33FC9-F5F9-AF04-DD3D-AFBFDE61569E}"/>
          </ac:picMkLst>
        </pc:picChg>
        <pc:picChg chg="add del">
          <ac:chgData name="Urjita Saxena" userId="a2711520defbaf11" providerId="LiveId" clId="{A523AD72-3764-4837-90C5-6D16FF7EEEB8}" dt="2025-04-20T21:50:47.836" v="1374" actId="26606"/>
          <ac:picMkLst>
            <pc:docMk/>
            <pc:sldMk cId="1533324659" sldId="261"/>
            <ac:picMk id="4104" creationId="{5405F23C-C82E-4181-95EA-321F3D891A40}"/>
          </ac:picMkLst>
        </pc:picChg>
        <pc:cxnChg chg="add del">
          <ac:chgData name="Urjita Saxena" userId="a2711520defbaf11" providerId="LiveId" clId="{A523AD72-3764-4837-90C5-6D16FF7EEEB8}" dt="2025-04-20T21:45:27.458" v="1296"/>
          <ac:cxnSpMkLst>
            <pc:docMk/>
            <pc:sldMk cId="1533324659" sldId="261"/>
            <ac:cxnSpMk id="13" creationId="{425A0768-3044-4AA9-A889-D2CAA68C517A}"/>
          </ac:cxnSpMkLst>
        </pc:cxnChg>
        <pc:cxnChg chg="add del">
          <ac:chgData name="Urjita Saxena" userId="a2711520defbaf11" providerId="LiveId" clId="{A523AD72-3764-4837-90C5-6D16FF7EEEB8}" dt="2025-04-20T20:59:16.876" v="587" actId="26606"/>
          <ac:cxnSpMkLst>
            <pc:docMk/>
            <pc:sldMk cId="1533324659" sldId="261"/>
            <ac:cxnSpMk id="16" creationId="{425A0768-3044-4AA9-A889-D2CAA68C517A}"/>
          </ac:cxnSpMkLst>
        </pc:cxnChg>
      </pc:sldChg>
      <pc:sldChg chg="addSp delSp modSp del mod setBg delDesignElem">
        <pc:chgData name="Urjita Saxena" userId="a2711520defbaf11" providerId="LiveId" clId="{A523AD72-3764-4837-90C5-6D16FF7EEEB8}" dt="2025-04-20T17:50:45.064" v="475" actId="2696"/>
        <pc:sldMkLst>
          <pc:docMk/>
          <pc:sldMk cId="1761459446" sldId="262"/>
        </pc:sldMkLst>
      </pc:sldChg>
      <pc:sldChg chg="addSp delSp modSp new mod ord setBg delDesignElem">
        <pc:chgData name="Urjita Saxena" userId="a2711520defbaf11" providerId="LiveId" clId="{A523AD72-3764-4837-90C5-6D16FF7EEEB8}" dt="2025-04-20T22:13:30.443" v="1596" actId="14100"/>
        <pc:sldMkLst>
          <pc:docMk/>
          <pc:sldMk cId="2598370579" sldId="263"/>
        </pc:sldMkLst>
        <pc:spChg chg="mod">
          <ac:chgData name="Urjita Saxena" userId="a2711520defbaf11" providerId="LiveId" clId="{A523AD72-3764-4837-90C5-6D16FF7EEEB8}" dt="2025-04-20T22:03:40.930" v="1535" actId="122"/>
          <ac:spMkLst>
            <pc:docMk/>
            <pc:sldMk cId="2598370579" sldId="263"/>
            <ac:spMk id="2" creationId="{3BD719FB-55AE-18CD-8298-7FD51FB1E54C}"/>
          </ac:spMkLst>
        </pc:spChg>
        <pc:spChg chg="del mod">
          <ac:chgData name="Urjita Saxena" userId="a2711520defbaf11" providerId="LiveId" clId="{A523AD72-3764-4837-90C5-6D16FF7EEEB8}" dt="2025-04-20T17:50:21.476" v="474"/>
          <ac:spMkLst>
            <pc:docMk/>
            <pc:sldMk cId="2598370579" sldId="263"/>
            <ac:spMk id="3" creationId="{2D6AB330-EEBE-5228-B6FB-4E49FB0DDE55}"/>
          </ac:spMkLst>
        </pc:spChg>
        <pc:spChg chg="add mod">
          <ac:chgData name="Urjita Saxena" userId="a2711520defbaf11" providerId="LiveId" clId="{A523AD72-3764-4837-90C5-6D16FF7EEEB8}" dt="2025-04-20T22:13:30.443" v="1596" actId="14100"/>
          <ac:spMkLst>
            <pc:docMk/>
            <pc:sldMk cId="2598370579" sldId="263"/>
            <ac:spMk id="5" creationId="{FB3FA94D-FABF-4A3C-B5D5-AD70D8A3385D}"/>
          </ac:spMkLst>
        </pc:spChg>
        <pc:spChg chg="add del">
          <ac:chgData name="Urjita Saxena" userId="a2711520defbaf11" providerId="LiveId" clId="{A523AD72-3764-4837-90C5-6D16FF7EEEB8}" dt="2025-04-20T21:04:21.762" v="637"/>
          <ac:spMkLst>
            <pc:docMk/>
            <pc:sldMk cId="2598370579" sldId="263"/>
            <ac:spMk id="7" creationId="{2C10C105-EEB5-43F7-AA95-5DDB920D75B0}"/>
          </ac:spMkLst>
        </pc:spChg>
        <pc:spChg chg="add del">
          <ac:chgData name="Urjita Saxena" userId="a2711520defbaf11" providerId="LiveId" clId="{A523AD72-3764-4837-90C5-6D16FF7EEEB8}" dt="2025-04-20T21:16:34.668" v="681"/>
          <ac:spMkLst>
            <pc:docMk/>
            <pc:sldMk cId="2598370579" sldId="263"/>
            <ac:spMk id="9" creationId="{9A6C2C86-63BF-47D5-AA3F-905111A238E2}"/>
          </ac:spMkLst>
        </pc:spChg>
        <pc:spChg chg="add del">
          <ac:chgData name="Urjita Saxena" userId="a2711520defbaf11" providerId="LiveId" clId="{A523AD72-3764-4837-90C5-6D16FF7EEEB8}" dt="2025-04-20T21:45:27.458" v="1296"/>
          <ac:spMkLst>
            <pc:docMk/>
            <pc:sldMk cId="2598370579" sldId="263"/>
            <ac:spMk id="13" creationId="{9A6C2C86-63BF-47D5-AA3F-905111A238E2}"/>
          </ac:spMkLst>
        </pc:spChg>
        <pc:spChg chg="add">
          <ac:chgData name="Urjita Saxena" userId="a2711520defbaf11" providerId="LiveId" clId="{A523AD72-3764-4837-90C5-6D16FF7EEEB8}" dt="2025-04-20T21:54:58.238" v="1407" actId="26606"/>
          <ac:spMkLst>
            <pc:docMk/>
            <pc:sldMk cId="2598370579" sldId="263"/>
            <ac:spMk id="15" creationId="{2C10C105-EEB5-43F7-AA95-5DDB920D75B0}"/>
          </ac:spMkLst>
        </pc:spChg>
        <pc:picChg chg="add del mod">
          <ac:chgData name="Urjita Saxena" userId="a2711520defbaf11" providerId="LiveId" clId="{A523AD72-3764-4837-90C5-6D16FF7EEEB8}" dt="2025-04-20T21:01:01.949" v="599" actId="478"/>
          <ac:picMkLst>
            <pc:docMk/>
            <pc:sldMk cId="2598370579" sldId="263"/>
            <ac:picMk id="4" creationId="{6E8C91A3-6C58-2E30-0B8A-5479770EC926}"/>
          </ac:picMkLst>
        </pc:picChg>
        <pc:picChg chg="add del">
          <ac:chgData name="Urjita Saxena" userId="a2711520defbaf11" providerId="LiveId" clId="{A523AD72-3764-4837-90C5-6D16FF7EEEB8}" dt="2025-04-20T21:04:21.762" v="637"/>
          <ac:picMkLst>
            <pc:docMk/>
            <pc:sldMk cId="2598370579" sldId="263"/>
            <ac:picMk id="12" creationId="{94BF495F-706E-4740-8918-C1F52CEA9D0B}"/>
          </ac:picMkLst>
        </pc:picChg>
        <pc:picChg chg="add">
          <ac:chgData name="Urjita Saxena" userId="a2711520defbaf11" providerId="LiveId" clId="{A523AD72-3764-4837-90C5-6D16FF7EEEB8}" dt="2025-04-20T21:54:58.238" v="1407" actId="26606"/>
          <ac:picMkLst>
            <pc:docMk/>
            <pc:sldMk cId="2598370579" sldId="263"/>
            <ac:picMk id="16" creationId="{94BF495F-706E-4740-8918-C1F52CEA9D0B}"/>
          </ac:picMkLst>
        </pc:picChg>
        <pc:cxnChg chg="add del">
          <ac:chgData name="Urjita Saxena" userId="a2711520defbaf11" providerId="LiveId" clId="{A523AD72-3764-4837-90C5-6D16FF7EEEB8}" dt="2025-04-20T21:16:34.668" v="681"/>
          <ac:cxnSpMkLst>
            <pc:docMk/>
            <pc:sldMk cId="2598370579" sldId="263"/>
            <ac:cxnSpMk id="11" creationId="{425A0768-3044-4AA9-A889-D2CAA68C517A}"/>
          </ac:cxnSpMkLst>
        </pc:cxnChg>
        <pc:cxnChg chg="add del">
          <ac:chgData name="Urjita Saxena" userId="a2711520defbaf11" providerId="LiveId" clId="{A523AD72-3764-4837-90C5-6D16FF7EEEB8}" dt="2025-04-20T21:45:27.458" v="1296"/>
          <ac:cxnSpMkLst>
            <pc:docMk/>
            <pc:sldMk cId="2598370579" sldId="263"/>
            <ac:cxnSpMk id="14" creationId="{425A0768-3044-4AA9-A889-D2CAA68C517A}"/>
          </ac:cxnSpMkLst>
        </pc:cxnChg>
      </pc:sldChg>
      <pc:sldChg chg="addSp delSp modSp new mod ord setBg delDesignElem">
        <pc:chgData name="Urjita Saxena" userId="a2711520defbaf11" providerId="LiveId" clId="{A523AD72-3764-4837-90C5-6D16FF7EEEB8}" dt="2025-04-20T22:13:59.347" v="1602" actId="20577"/>
        <pc:sldMkLst>
          <pc:docMk/>
          <pc:sldMk cId="4247438273" sldId="264"/>
        </pc:sldMkLst>
        <pc:spChg chg="mod">
          <ac:chgData name="Urjita Saxena" userId="a2711520defbaf11" providerId="LiveId" clId="{A523AD72-3764-4837-90C5-6D16FF7EEEB8}" dt="2025-04-20T22:04:11.719" v="1539" actId="122"/>
          <ac:spMkLst>
            <pc:docMk/>
            <pc:sldMk cId="4247438273" sldId="264"/>
            <ac:spMk id="2" creationId="{5C48DC16-A6F8-A930-642F-71554063DF30}"/>
          </ac:spMkLst>
        </pc:spChg>
        <pc:spChg chg="del mod">
          <ac:chgData name="Urjita Saxena" userId="a2711520defbaf11" providerId="LiveId" clId="{A523AD72-3764-4837-90C5-6D16FF7EEEB8}" dt="2025-04-20T17:49:54.557" v="457"/>
          <ac:spMkLst>
            <pc:docMk/>
            <pc:sldMk cId="4247438273" sldId="264"/>
            <ac:spMk id="3" creationId="{6763DB23-C2C0-F334-B07F-A1ADDBEFA38E}"/>
          </ac:spMkLst>
        </pc:spChg>
        <pc:spChg chg="add mod">
          <ac:chgData name="Urjita Saxena" userId="a2711520defbaf11" providerId="LiveId" clId="{A523AD72-3764-4837-90C5-6D16FF7EEEB8}" dt="2025-04-20T22:13:59.347" v="1602" actId="20577"/>
          <ac:spMkLst>
            <pc:docMk/>
            <pc:sldMk cId="4247438273" sldId="264"/>
            <ac:spMk id="5" creationId="{388BD035-0596-0EA5-AD24-1BDC393BD825}"/>
          </ac:spMkLst>
        </pc:spChg>
        <pc:spChg chg="add del">
          <ac:chgData name="Urjita Saxena" userId="a2711520defbaf11" providerId="LiveId" clId="{A523AD72-3764-4837-90C5-6D16FF7EEEB8}" dt="2025-04-20T21:04:21.762" v="637"/>
          <ac:spMkLst>
            <pc:docMk/>
            <pc:sldMk cId="4247438273" sldId="264"/>
            <ac:spMk id="7" creationId="{2C10C105-EEB5-43F7-AA95-5DDB920D75B0}"/>
          </ac:spMkLst>
        </pc:spChg>
        <pc:spChg chg="add del">
          <ac:chgData name="Urjita Saxena" userId="a2711520defbaf11" providerId="LiveId" clId="{A523AD72-3764-4837-90C5-6D16FF7EEEB8}" dt="2025-04-20T21:16:34.668" v="681"/>
          <ac:spMkLst>
            <pc:docMk/>
            <pc:sldMk cId="4247438273" sldId="264"/>
            <ac:spMk id="9" creationId="{9A6C2C86-63BF-47D5-AA3F-905111A238E2}"/>
          </ac:spMkLst>
        </pc:spChg>
        <pc:spChg chg="add del">
          <ac:chgData name="Urjita Saxena" userId="a2711520defbaf11" providerId="LiveId" clId="{A523AD72-3764-4837-90C5-6D16FF7EEEB8}" dt="2025-04-20T21:45:27.458" v="1296"/>
          <ac:spMkLst>
            <pc:docMk/>
            <pc:sldMk cId="4247438273" sldId="264"/>
            <ac:spMk id="13" creationId="{9A6C2C86-63BF-47D5-AA3F-905111A238E2}"/>
          </ac:spMkLst>
        </pc:spChg>
        <pc:spChg chg="add">
          <ac:chgData name="Urjita Saxena" userId="a2711520defbaf11" providerId="LiveId" clId="{A523AD72-3764-4837-90C5-6D16FF7EEEB8}" dt="2025-04-20T21:54:53.999" v="1406" actId="26606"/>
          <ac:spMkLst>
            <pc:docMk/>
            <pc:sldMk cId="4247438273" sldId="264"/>
            <ac:spMk id="15" creationId="{2C10C105-EEB5-43F7-AA95-5DDB920D75B0}"/>
          </ac:spMkLst>
        </pc:spChg>
        <pc:picChg chg="add del mod">
          <ac:chgData name="Urjita Saxena" userId="a2711520defbaf11" providerId="LiveId" clId="{A523AD72-3764-4837-90C5-6D16FF7EEEB8}" dt="2025-04-20T21:00:49.635" v="597" actId="478"/>
          <ac:picMkLst>
            <pc:docMk/>
            <pc:sldMk cId="4247438273" sldId="264"/>
            <ac:picMk id="4" creationId="{C393A5D9-9D27-20EE-1E9C-AF2AE0C2A736}"/>
          </ac:picMkLst>
        </pc:picChg>
        <pc:picChg chg="add del">
          <ac:chgData name="Urjita Saxena" userId="a2711520defbaf11" providerId="LiveId" clId="{A523AD72-3764-4837-90C5-6D16FF7EEEB8}" dt="2025-04-20T21:04:21.762" v="637"/>
          <ac:picMkLst>
            <pc:docMk/>
            <pc:sldMk cId="4247438273" sldId="264"/>
            <ac:picMk id="12" creationId="{94BF495F-706E-4740-8918-C1F52CEA9D0B}"/>
          </ac:picMkLst>
        </pc:picChg>
        <pc:picChg chg="add">
          <ac:chgData name="Urjita Saxena" userId="a2711520defbaf11" providerId="LiveId" clId="{A523AD72-3764-4837-90C5-6D16FF7EEEB8}" dt="2025-04-20T21:54:53.999" v="1406" actId="26606"/>
          <ac:picMkLst>
            <pc:docMk/>
            <pc:sldMk cId="4247438273" sldId="264"/>
            <ac:picMk id="16" creationId="{94BF495F-706E-4740-8918-C1F52CEA9D0B}"/>
          </ac:picMkLst>
        </pc:picChg>
        <pc:cxnChg chg="add del">
          <ac:chgData name="Urjita Saxena" userId="a2711520defbaf11" providerId="LiveId" clId="{A523AD72-3764-4837-90C5-6D16FF7EEEB8}" dt="2025-04-20T21:16:34.668" v="681"/>
          <ac:cxnSpMkLst>
            <pc:docMk/>
            <pc:sldMk cId="4247438273" sldId="264"/>
            <ac:cxnSpMk id="11" creationId="{425A0768-3044-4AA9-A889-D2CAA68C517A}"/>
          </ac:cxnSpMkLst>
        </pc:cxnChg>
        <pc:cxnChg chg="add del">
          <ac:chgData name="Urjita Saxena" userId="a2711520defbaf11" providerId="LiveId" clId="{A523AD72-3764-4837-90C5-6D16FF7EEEB8}" dt="2025-04-20T21:45:27.458" v="1296"/>
          <ac:cxnSpMkLst>
            <pc:docMk/>
            <pc:sldMk cId="4247438273" sldId="264"/>
            <ac:cxnSpMk id="14" creationId="{425A0768-3044-4AA9-A889-D2CAA68C517A}"/>
          </ac:cxnSpMkLst>
        </pc:cxnChg>
      </pc:sldChg>
      <pc:sldChg chg="addSp delSp modSp new mod setBg setClrOvrMap delDesignElem">
        <pc:chgData name="Urjita Saxena" userId="a2711520defbaf11" providerId="LiveId" clId="{A523AD72-3764-4837-90C5-6D16FF7EEEB8}" dt="2025-04-21T00:01:27.731" v="1665" actId="20577"/>
        <pc:sldMkLst>
          <pc:docMk/>
          <pc:sldMk cId="2821366637" sldId="265"/>
        </pc:sldMkLst>
        <pc:spChg chg="mod">
          <ac:chgData name="Urjita Saxena" userId="a2711520defbaf11" providerId="LiveId" clId="{A523AD72-3764-4837-90C5-6D16FF7EEEB8}" dt="2025-04-20T22:03:31.603" v="1534" actId="122"/>
          <ac:spMkLst>
            <pc:docMk/>
            <pc:sldMk cId="2821366637" sldId="265"/>
            <ac:spMk id="2" creationId="{C06B7179-96EF-70C0-7249-F5D5232C59B0}"/>
          </ac:spMkLst>
        </pc:spChg>
        <pc:spChg chg="del mod">
          <ac:chgData name="Urjita Saxena" userId="a2711520defbaf11" providerId="LiveId" clId="{A523AD72-3764-4837-90C5-6D16FF7EEEB8}" dt="2025-04-20T17:50:54.040" v="477"/>
          <ac:spMkLst>
            <pc:docMk/>
            <pc:sldMk cId="2821366637" sldId="265"/>
            <ac:spMk id="3" creationId="{60E4EB9C-A6D4-3BF0-0282-356FF3D1607E}"/>
          </ac:spMkLst>
        </pc:spChg>
        <pc:spChg chg="add mod">
          <ac:chgData name="Urjita Saxena" userId="a2711520defbaf11" providerId="LiveId" clId="{A523AD72-3764-4837-90C5-6D16FF7EEEB8}" dt="2025-04-21T00:01:27.731" v="1665" actId="20577"/>
          <ac:spMkLst>
            <pc:docMk/>
            <pc:sldMk cId="2821366637" sldId="265"/>
            <ac:spMk id="5" creationId="{63A136C8-421E-2240-6E9A-D72893620E1B}"/>
          </ac:spMkLst>
        </pc:spChg>
        <pc:spChg chg="add del">
          <ac:chgData name="Urjita Saxena" userId="a2711520defbaf11" providerId="LiveId" clId="{A523AD72-3764-4837-90C5-6D16FF7EEEB8}" dt="2025-04-20T21:04:21.762" v="637"/>
          <ac:spMkLst>
            <pc:docMk/>
            <pc:sldMk cId="2821366637" sldId="265"/>
            <ac:spMk id="7" creationId="{2C10C105-EEB5-43F7-AA95-5DDB920D75B0}"/>
          </ac:spMkLst>
        </pc:spChg>
        <pc:spChg chg="add del">
          <ac:chgData name="Urjita Saxena" userId="a2711520defbaf11" providerId="LiveId" clId="{A523AD72-3764-4837-90C5-6D16FF7EEEB8}" dt="2025-04-20T21:16:34.668" v="681"/>
          <ac:spMkLst>
            <pc:docMk/>
            <pc:sldMk cId="2821366637" sldId="265"/>
            <ac:spMk id="9" creationId="{9A6C2C86-63BF-47D5-AA3F-905111A238E2}"/>
          </ac:spMkLst>
        </pc:spChg>
        <pc:spChg chg="add del">
          <ac:chgData name="Urjita Saxena" userId="a2711520defbaf11" providerId="LiveId" clId="{A523AD72-3764-4837-90C5-6D16FF7EEEB8}" dt="2025-04-20T21:30:53.885" v="1165" actId="26606"/>
          <ac:spMkLst>
            <pc:docMk/>
            <pc:sldMk cId="2821366637" sldId="265"/>
            <ac:spMk id="13" creationId="{9A6C2C86-63BF-47D5-AA3F-905111A238E2}"/>
          </ac:spMkLst>
        </pc:spChg>
        <pc:spChg chg="add del">
          <ac:chgData name="Urjita Saxena" userId="a2711520defbaf11" providerId="LiveId" clId="{A523AD72-3764-4837-90C5-6D16FF7EEEB8}" dt="2025-04-20T21:52:35.815" v="1386" actId="26606"/>
          <ac:spMkLst>
            <pc:docMk/>
            <pc:sldMk cId="2821366637" sldId="265"/>
            <ac:spMk id="15" creationId="{9A6C2C86-63BF-47D5-AA3F-905111A238E2}"/>
          </ac:spMkLst>
        </pc:spChg>
        <pc:spChg chg="add del">
          <ac:chgData name="Urjita Saxena" userId="a2711520defbaf11" providerId="LiveId" clId="{A523AD72-3764-4837-90C5-6D16FF7EEEB8}" dt="2025-04-20T21:52:42.639" v="1388" actId="26606"/>
          <ac:spMkLst>
            <pc:docMk/>
            <pc:sldMk cId="2821366637" sldId="265"/>
            <ac:spMk id="18" creationId="{7CFAC9FD-BAD6-47B4-9C11-BE23CEAC750B}"/>
          </ac:spMkLst>
        </pc:spChg>
        <pc:spChg chg="add del">
          <ac:chgData name="Urjita Saxena" userId="a2711520defbaf11" providerId="LiveId" clId="{A523AD72-3764-4837-90C5-6D16FF7EEEB8}" dt="2025-04-20T21:45:27.458" v="1296"/>
          <ac:spMkLst>
            <pc:docMk/>
            <pc:sldMk cId="2821366637" sldId="265"/>
            <ac:spMk id="19" creationId="{9A6C2C86-63BF-47D5-AA3F-905111A238E2}"/>
          </ac:spMkLst>
        </pc:spChg>
        <pc:spChg chg="add del">
          <ac:chgData name="Urjita Saxena" userId="a2711520defbaf11" providerId="LiveId" clId="{A523AD72-3764-4837-90C5-6D16FF7EEEB8}" dt="2025-04-20T21:52:42.639" v="1388" actId="26606"/>
          <ac:spMkLst>
            <pc:docMk/>
            <pc:sldMk cId="2821366637" sldId="265"/>
            <ac:spMk id="20" creationId="{45B67B9C-9B45-4084-9BB5-187071EE9A61}"/>
          </ac:spMkLst>
        </pc:spChg>
        <pc:spChg chg="add del">
          <ac:chgData name="Urjita Saxena" userId="a2711520defbaf11" providerId="LiveId" clId="{A523AD72-3764-4837-90C5-6D16FF7EEEB8}" dt="2025-04-20T21:52:45.869" v="1390" actId="26606"/>
          <ac:spMkLst>
            <pc:docMk/>
            <pc:sldMk cId="2821366637" sldId="265"/>
            <ac:spMk id="22" creationId="{1C3D9BD5-A493-4B97-963D-60135D533822}"/>
          </ac:spMkLst>
        </pc:spChg>
        <pc:spChg chg="add del">
          <ac:chgData name="Urjita Saxena" userId="a2711520defbaf11" providerId="LiveId" clId="{A523AD72-3764-4837-90C5-6D16FF7EEEB8}" dt="2025-04-20T21:52:45.869" v="1390" actId="26606"/>
          <ac:spMkLst>
            <pc:docMk/>
            <pc:sldMk cId="2821366637" sldId="265"/>
            <ac:spMk id="23" creationId="{1F759AF4-E342-4E60-8A32-C44A328F2F42}"/>
          </ac:spMkLst>
        </pc:spChg>
        <pc:spChg chg="add del">
          <ac:chgData name="Urjita Saxena" userId="a2711520defbaf11" providerId="LiveId" clId="{A523AD72-3764-4837-90C5-6D16FF7EEEB8}" dt="2025-04-20T21:55:03.321" v="1408" actId="26606"/>
          <ac:spMkLst>
            <pc:docMk/>
            <pc:sldMk cId="2821366637" sldId="265"/>
            <ac:spMk id="26" creationId="{2C10C105-EEB5-43F7-AA95-5DDB920D75B0}"/>
          </ac:spMkLst>
        </pc:spChg>
        <pc:spChg chg="add">
          <ac:chgData name="Urjita Saxena" userId="a2711520defbaf11" providerId="LiveId" clId="{A523AD72-3764-4837-90C5-6D16FF7EEEB8}" dt="2025-04-20T21:55:03.321" v="1408" actId="26606"/>
          <ac:spMkLst>
            <pc:docMk/>
            <pc:sldMk cId="2821366637" sldId="265"/>
            <ac:spMk id="32" creationId="{2C10C105-EEB5-43F7-AA95-5DDB920D75B0}"/>
          </ac:spMkLst>
        </pc:spChg>
        <pc:picChg chg="add del mod">
          <ac:chgData name="Urjita Saxena" userId="a2711520defbaf11" providerId="LiveId" clId="{A523AD72-3764-4837-90C5-6D16FF7EEEB8}" dt="2025-04-20T21:01:15.626" v="601" actId="478"/>
          <ac:picMkLst>
            <pc:docMk/>
            <pc:sldMk cId="2821366637" sldId="265"/>
            <ac:picMk id="4" creationId="{8008FFCA-6A88-5C74-0E8F-FE745D22BBF0}"/>
          </ac:picMkLst>
        </pc:picChg>
        <pc:picChg chg="add del">
          <ac:chgData name="Urjita Saxena" userId="a2711520defbaf11" providerId="LiveId" clId="{A523AD72-3764-4837-90C5-6D16FF7EEEB8}" dt="2025-04-20T21:04:21.762" v="637"/>
          <ac:picMkLst>
            <pc:docMk/>
            <pc:sldMk cId="2821366637" sldId="265"/>
            <ac:picMk id="12" creationId="{94BF495F-706E-4740-8918-C1F52CEA9D0B}"/>
          </ac:picMkLst>
        </pc:picChg>
        <pc:picChg chg="add del">
          <ac:chgData name="Urjita Saxena" userId="a2711520defbaf11" providerId="LiveId" clId="{A523AD72-3764-4837-90C5-6D16FF7EEEB8}" dt="2025-04-20T21:55:03.321" v="1408" actId="26606"/>
          <ac:picMkLst>
            <pc:docMk/>
            <pc:sldMk cId="2821366637" sldId="265"/>
            <ac:picMk id="27" creationId="{94BF495F-706E-4740-8918-C1F52CEA9D0B}"/>
          </ac:picMkLst>
        </pc:picChg>
        <pc:picChg chg="add">
          <ac:chgData name="Urjita Saxena" userId="a2711520defbaf11" providerId="LiveId" clId="{A523AD72-3764-4837-90C5-6D16FF7EEEB8}" dt="2025-04-20T21:55:03.321" v="1408" actId="26606"/>
          <ac:picMkLst>
            <pc:docMk/>
            <pc:sldMk cId="2821366637" sldId="265"/>
            <ac:picMk id="34" creationId="{94BF495F-706E-4740-8918-C1F52CEA9D0B}"/>
          </ac:picMkLst>
        </pc:picChg>
        <pc:cxnChg chg="add del">
          <ac:chgData name="Urjita Saxena" userId="a2711520defbaf11" providerId="LiveId" clId="{A523AD72-3764-4837-90C5-6D16FF7EEEB8}" dt="2025-04-20T21:16:34.668" v="681"/>
          <ac:cxnSpMkLst>
            <pc:docMk/>
            <pc:sldMk cId="2821366637" sldId="265"/>
            <ac:cxnSpMk id="11" creationId="{425A0768-3044-4AA9-A889-D2CAA68C517A}"/>
          </ac:cxnSpMkLst>
        </pc:cxnChg>
        <pc:cxnChg chg="add del">
          <ac:chgData name="Urjita Saxena" userId="a2711520defbaf11" providerId="LiveId" clId="{A523AD72-3764-4837-90C5-6D16FF7EEEB8}" dt="2025-04-20T21:30:53.885" v="1165" actId="26606"/>
          <ac:cxnSpMkLst>
            <pc:docMk/>
            <pc:sldMk cId="2821366637" sldId="265"/>
            <ac:cxnSpMk id="14" creationId="{425A0768-3044-4AA9-A889-D2CAA68C517A}"/>
          </ac:cxnSpMkLst>
        </pc:cxnChg>
        <pc:cxnChg chg="add del">
          <ac:chgData name="Urjita Saxena" userId="a2711520defbaf11" providerId="LiveId" clId="{A523AD72-3764-4837-90C5-6D16FF7EEEB8}" dt="2025-04-20T21:52:35.815" v="1386" actId="26606"/>
          <ac:cxnSpMkLst>
            <pc:docMk/>
            <pc:sldMk cId="2821366637" sldId="265"/>
            <ac:cxnSpMk id="16" creationId="{425A0768-3044-4AA9-A889-D2CAA68C517A}"/>
          </ac:cxnSpMkLst>
        </pc:cxnChg>
        <pc:cxnChg chg="add del">
          <ac:chgData name="Urjita Saxena" userId="a2711520defbaf11" providerId="LiveId" clId="{A523AD72-3764-4837-90C5-6D16FF7EEEB8}" dt="2025-04-20T21:45:27.458" v="1296"/>
          <ac:cxnSpMkLst>
            <pc:docMk/>
            <pc:sldMk cId="2821366637" sldId="265"/>
            <ac:cxnSpMk id="21" creationId="{425A0768-3044-4AA9-A889-D2CAA68C517A}"/>
          </ac:cxnSpMkLst>
        </pc:cxnChg>
        <pc:cxnChg chg="add del">
          <ac:chgData name="Urjita Saxena" userId="a2711520defbaf11" providerId="LiveId" clId="{A523AD72-3764-4837-90C5-6D16FF7EEEB8}" dt="2025-04-20T21:52:45.869" v="1390" actId="26606"/>
          <ac:cxnSpMkLst>
            <pc:docMk/>
            <pc:sldMk cId="2821366637" sldId="265"/>
            <ac:cxnSpMk id="24" creationId="{A49B2805-6469-407A-A68A-BB85AC8A8596}"/>
          </ac:cxnSpMkLst>
        </pc:cxnChg>
      </pc:sldChg>
      <pc:sldChg chg="addSp delSp modSp new del mod setBg delDesignElem">
        <pc:chgData name="Urjita Saxena" userId="a2711520defbaf11" providerId="LiveId" clId="{A523AD72-3764-4837-90C5-6D16FF7EEEB8}" dt="2025-04-20T15:40:08.080" v="402" actId="2696"/>
        <pc:sldMkLst>
          <pc:docMk/>
          <pc:sldMk cId="1149870064" sldId="266"/>
        </pc:sldMkLst>
      </pc:sldChg>
      <pc:sldChg chg="addSp delSp modSp new mod setBg delDesignElem">
        <pc:chgData name="Urjita Saxena" userId="a2711520defbaf11" providerId="LiveId" clId="{A523AD72-3764-4837-90C5-6D16FF7EEEB8}" dt="2025-04-20T22:03:51.347" v="1536" actId="122"/>
        <pc:sldMkLst>
          <pc:docMk/>
          <pc:sldMk cId="1984784080" sldId="267"/>
        </pc:sldMkLst>
        <pc:spChg chg="mod">
          <ac:chgData name="Urjita Saxena" userId="a2711520defbaf11" providerId="LiveId" clId="{A523AD72-3764-4837-90C5-6D16FF7EEEB8}" dt="2025-04-20T22:03:51.347" v="1536" actId="122"/>
          <ac:spMkLst>
            <pc:docMk/>
            <pc:sldMk cId="1984784080" sldId="267"/>
            <ac:spMk id="2" creationId="{826DDC6E-F20D-849D-D886-490CA4E101D5}"/>
          </ac:spMkLst>
        </pc:spChg>
        <pc:spChg chg="add del mod">
          <ac:chgData name="Urjita Saxena" userId="a2711520defbaf11" providerId="LiveId" clId="{A523AD72-3764-4837-90C5-6D16FF7EEEB8}" dt="2025-04-20T22:00:19.197" v="1467" actId="5793"/>
          <ac:spMkLst>
            <pc:docMk/>
            <pc:sldMk cId="1984784080" sldId="267"/>
            <ac:spMk id="3" creationId="{CCBC0F4C-A894-9B19-BC44-5D6706634C1B}"/>
          </ac:spMkLst>
        </pc:spChg>
        <pc:spChg chg="add">
          <ac:chgData name="Urjita Saxena" userId="a2711520defbaf11" providerId="LiveId" clId="{A523AD72-3764-4837-90C5-6D16FF7EEEB8}" dt="2025-04-20T17:56:43.730" v="481"/>
          <ac:spMkLst>
            <pc:docMk/>
            <pc:sldMk cId="1984784080" sldId="267"/>
            <ac:spMk id="6" creationId="{6C00E5BE-FF0A-A3EB-9999-EFB4625B5E28}"/>
          </ac:spMkLst>
        </pc:spChg>
        <pc:spChg chg="add del">
          <ac:chgData name="Urjita Saxena" userId="a2711520defbaf11" providerId="LiveId" clId="{A523AD72-3764-4837-90C5-6D16FF7EEEB8}" dt="2025-04-20T21:04:21.762" v="637"/>
          <ac:spMkLst>
            <pc:docMk/>
            <pc:sldMk cId="1984784080" sldId="267"/>
            <ac:spMk id="7" creationId="{2C10C105-EEB5-43F7-AA95-5DDB920D75B0}"/>
          </ac:spMkLst>
        </pc:spChg>
        <pc:spChg chg="add del">
          <ac:chgData name="Urjita Saxena" userId="a2711520defbaf11" providerId="LiveId" clId="{A523AD72-3764-4837-90C5-6D16FF7EEEB8}" dt="2025-04-20T21:16:34.668" v="681"/>
          <ac:spMkLst>
            <pc:docMk/>
            <pc:sldMk cId="1984784080" sldId="267"/>
            <ac:spMk id="11" creationId="{9A6C2C86-63BF-47D5-AA3F-905111A238E2}"/>
          </ac:spMkLst>
        </pc:spChg>
        <pc:spChg chg="add del">
          <ac:chgData name="Urjita Saxena" userId="a2711520defbaf11" providerId="LiveId" clId="{A523AD72-3764-4837-90C5-6D16FF7EEEB8}" dt="2025-04-20T21:45:27.458" v="1296"/>
          <ac:spMkLst>
            <pc:docMk/>
            <pc:sldMk cId="1984784080" sldId="267"/>
            <ac:spMk id="13" creationId="{9A6C2C86-63BF-47D5-AA3F-905111A238E2}"/>
          </ac:spMkLst>
        </pc:spChg>
        <pc:spChg chg="add del">
          <ac:chgData name="Urjita Saxena" userId="a2711520defbaf11" providerId="LiveId" clId="{A523AD72-3764-4837-90C5-6D16FF7EEEB8}" dt="2025-04-20T21:55:13.901" v="1409" actId="26606"/>
          <ac:spMkLst>
            <pc:docMk/>
            <pc:sldMk cId="1984784080" sldId="267"/>
            <ac:spMk id="15" creationId="{2C10C105-EEB5-43F7-AA95-5DDB920D75B0}"/>
          </ac:spMkLst>
        </pc:spChg>
        <pc:spChg chg="add">
          <ac:chgData name="Urjita Saxena" userId="a2711520defbaf11" providerId="LiveId" clId="{A523AD72-3764-4837-90C5-6D16FF7EEEB8}" dt="2025-04-20T21:55:13.901" v="1409" actId="26606"/>
          <ac:spMkLst>
            <pc:docMk/>
            <pc:sldMk cId="1984784080" sldId="267"/>
            <ac:spMk id="21" creationId="{2C10C105-EEB5-43F7-AA95-5DDB920D75B0}"/>
          </ac:spMkLst>
        </pc:spChg>
        <pc:graphicFrameChg chg="add mod">
          <ac:chgData name="Urjita Saxena" userId="a2711520defbaf11" providerId="LiveId" clId="{A523AD72-3764-4837-90C5-6D16FF7EEEB8}" dt="2025-04-20T17:56:55.025" v="482"/>
          <ac:graphicFrameMkLst>
            <pc:docMk/>
            <pc:sldMk cId="1984784080" sldId="267"/>
            <ac:graphicFrameMk id="5" creationId="{81F1C3F6-1948-58C2-5646-919632B58D1F}"/>
          </ac:graphicFrameMkLst>
        </pc:graphicFrameChg>
        <pc:picChg chg="add del mod">
          <ac:chgData name="Urjita Saxena" userId="a2711520defbaf11" providerId="LiveId" clId="{A523AD72-3764-4837-90C5-6D16FF7EEEB8}" dt="2025-04-20T21:01:24.385" v="603" actId="478"/>
          <ac:picMkLst>
            <pc:docMk/>
            <pc:sldMk cId="1984784080" sldId="267"/>
            <ac:picMk id="4" creationId="{CF41F71D-F109-4F34-DFA1-24D634E25CA6}"/>
          </ac:picMkLst>
        </pc:picChg>
        <pc:picChg chg="add del">
          <ac:chgData name="Urjita Saxena" userId="a2711520defbaf11" providerId="LiveId" clId="{A523AD72-3764-4837-90C5-6D16FF7EEEB8}" dt="2025-04-20T21:04:21.762" v="637"/>
          <ac:picMkLst>
            <pc:docMk/>
            <pc:sldMk cId="1984784080" sldId="267"/>
            <ac:picMk id="9" creationId="{94BF495F-706E-4740-8918-C1F52CEA9D0B}"/>
          </ac:picMkLst>
        </pc:picChg>
        <pc:picChg chg="add del">
          <ac:chgData name="Urjita Saxena" userId="a2711520defbaf11" providerId="LiveId" clId="{A523AD72-3764-4837-90C5-6D16FF7EEEB8}" dt="2025-04-20T21:55:13.901" v="1409" actId="26606"/>
          <ac:picMkLst>
            <pc:docMk/>
            <pc:sldMk cId="1984784080" sldId="267"/>
            <ac:picMk id="16" creationId="{94BF495F-706E-4740-8918-C1F52CEA9D0B}"/>
          </ac:picMkLst>
        </pc:picChg>
        <pc:picChg chg="add">
          <ac:chgData name="Urjita Saxena" userId="a2711520defbaf11" providerId="LiveId" clId="{A523AD72-3764-4837-90C5-6D16FF7EEEB8}" dt="2025-04-20T21:55:13.901" v="1409" actId="26606"/>
          <ac:picMkLst>
            <pc:docMk/>
            <pc:sldMk cId="1984784080" sldId="267"/>
            <ac:picMk id="23" creationId="{94BF495F-706E-4740-8918-C1F52CEA9D0B}"/>
          </ac:picMkLst>
        </pc:picChg>
        <pc:cxnChg chg="add del">
          <ac:chgData name="Urjita Saxena" userId="a2711520defbaf11" providerId="LiveId" clId="{A523AD72-3764-4837-90C5-6D16FF7EEEB8}" dt="2025-04-20T21:16:34.668" v="681"/>
          <ac:cxnSpMkLst>
            <pc:docMk/>
            <pc:sldMk cId="1984784080" sldId="267"/>
            <ac:cxnSpMk id="12" creationId="{425A0768-3044-4AA9-A889-D2CAA68C517A}"/>
          </ac:cxnSpMkLst>
        </pc:cxnChg>
        <pc:cxnChg chg="add del">
          <ac:chgData name="Urjita Saxena" userId="a2711520defbaf11" providerId="LiveId" clId="{A523AD72-3764-4837-90C5-6D16FF7EEEB8}" dt="2025-04-20T21:45:27.458" v="1296"/>
          <ac:cxnSpMkLst>
            <pc:docMk/>
            <pc:sldMk cId="1984784080" sldId="267"/>
            <ac:cxnSpMk id="14" creationId="{425A0768-3044-4AA9-A889-D2CAA68C517A}"/>
          </ac:cxnSpMkLst>
        </pc:cxnChg>
      </pc:sldChg>
      <pc:sldChg chg="addSp delSp modSp new mod setBg delDesignElem">
        <pc:chgData name="Urjita Saxena" userId="a2711520defbaf11" providerId="LiveId" clId="{A523AD72-3764-4837-90C5-6D16FF7EEEB8}" dt="2025-04-20T22:10:58.608" v="1584" actId="207"/>
        <pc:sldMkLst>
          <pc:docMk/>
          <pc:sldMk cId="5643484" sldId="268"/>
        </pc:sldMkLst>
        <pc:spChg chg="mod">
          <ac:chgData name="Urjita Saxena" userId="a2711520defbaf11" providerId="LiveId" clId="{A523AD72-3764-4837-90C5-6D16FF7EEEB8}" dt="2025-04-20T22:03:57.926" v="1537" actId="122"/>
          <ac:spMkLst>
            <pc:docMk/>
            <pc:sldMk cId="5643484" sldId="268"/>
            <ac:spMk id="2" creationId="{06EFF694-5C11-F9A8-0F02-67E9148BB08F}"/>
          </ac:spMkLst>
        </pc:spChg>
        <pc:spChg chg="del mod">
          <ac:chgData name="Urjita Saxena" userId="a2711520defbaf11" providerId="LiveId" clId="{A523AD72-3764-4837-90C5-6D16FF7EEEB8}" dt="2025-04-20T17:51:14.053" v="479"/>
          <ac:spMkLst>
            <pc:docMk/>
            <pc:sldMk cId="5643484" sldId="268"/>
            <ac:spMk id="3" creationId="{87080622-FD04-4596-0DF4-77446EE1237F}"/>
          </ac:spMkLst>
        </pc:spChg>
        <pc:spChg chg="add mod">
          <ac:chgData name="Urjita Saxena" userId="a2711520defbaf11" providerId="LiveId" clId="{A523AD72-3764-4837-90C5-6D16FF7EEEB8}" dt="2025-04-20T22:10:58.608" v="1584" actId="207"/>
          <ac:spMkLst>
            <pc:docMk/>
            <pc:sldMk cId="5643484" sldId="268"/>
            <ac:spMk id="5" creationId="{03CBA9E7-542C-79F1-0014-3A1C35562B9C}"/>
          </ac:spMkLst>
        </pc:spChg>
        <pc:spChg chg="add del">
          <ac:chgData name="Urjita Saxena" userId="a2711520defbaf11" providerId="LiveId" clId="{A523AD72-3764-4837-90C5-6D16FF7EEEB8}" dt="2025-04-20T21:04:21.762" v="637"/>
          <ac:spMkLst>
            <pc:docMk/>
            <pc:sldMk cId="5643484" sldId="268"/>
            <ac:spMk id="7" creationId="{2C10C105-EEB5-43F7-AA95-5DDB920D75B0}"/>
          </ac:spMkLst>
        </pc:spChg>
        <pc:spChg chg="add del">
          <ac:chgData name="Urjita Saxena" userId="a2711520defbaf11" providerId="LiveId" clId="{A523AD72-3764-4837-90C5-6D16FF7EEEB8}" dt="2025-04-20T21:16:34.668" v="681"/>
          <ac:spMkLst>
            <pc:docMk/>
            <pc:sldMk cId="5643484" sldId="268"/>
            <ac:spMk id="9" creationId="{9A6C2C86-63BF-47D5-AA3F-905111A238E2}"/>
          </ac:spMkLst>
        </pc:spChg>
        <pc:spChg chg="add del">
          <ac:chgData name="Urjita Saxena" userId="a2711520defbaf11" providerId="LiveId" clId="{A523AD72-3764-4837-90C5-6D16FF7EEEB8}" dt="2025-04-20T21:45:27.458" v="1296"/>
          <ac:spMkLst>
            <pc:docMk/>
            <pc:sldMk cId="5643484" sldId="268"/>
            <ac:spMk id="13" creationId="{9A6C2C86-63BF-47D5-AA3F-905111A238E2}"/>
          </ac:spMkLst>
        </pc:spChg>
        <pc:spChg chg="add">
          <ac:chgData name="Urjita Saxena" userId="a2711520defbaf11" providerId="LiveId" clId="{A523AD72-3764-4837-90C5-6D16FF7EEEB8}" dt="2025-04-20T21:53:23.230" v="1393" actId="26606"/>
          <ac:spMkLst>
            <pc:docMk/>
            <pc:sldMk cId="5643484" sldId="268"/>
            <ac:spMk id="15" creationId="{2C10C105-EEB5-43F7-AA95-5DDB920D75B0}"/>
          </ac:spMkLst>
        </pc:spChg>
        <pc:picChg chg="add del mod">
          <ac:chgData name="Urjita Saxena" userId="a2711520defbaf11" providerId="LiveId" clId="{A523AD72-3764-4837-90C5-6D16FF7EEEB8}" dt="2025-04-20T21:01:32.501" v="605" actId="478"/>
          <ac:picMkLst>
            <pc:docMk/>
            <pc:sldMk cId="5643484" sldId="268"/>
            <ac:picMk id="4" creationId="{B2BB01D1-DFF9-2A9E-86D8-60B52E34A3EC}"/>
          </ac:picMkLst>
        </pc:picChg>
        <pc:picChg chg="add del">
          <ac:chgData name="Urjita Saxena" userId="a2711520defbaf11" providerId="LiveId" clId="{A523AD72-3764-4837-90C5-6D16FF7EEEB8}" dt="2025-04-20T21:04:21.762" v="637"/>
          <ac:picMkLst>
            <pc:docMk/>
            <pc:sldMk cId="5643484" sldId="268"/>
            <ac:picMk id="12" creationId="{94BF495F-706E-4740-8918-C1F52CEA9D0B}"/>
          </ac:picMkLst>
        </pc:picChg>
        <pc:picChg chg="add">
          <ac:chgData name="Urjita Saxena" userId="a2711520defbaf11" providerId="LiveId" clId="{A523AD72-3764-4837-90C5-6D16FF7EEEB8}" dt="2025-04-20T21:53:23.230" v="1393" actId="26606"/>
          <ac:picMkLst>
            <pc:docMk/>
            <pc:sldMk cId="5643484" sldId="268"/>
            <ac:picMk id="16" creationId="{94BF495F-706E-4740-8918-C1F52CEA9D0B}"/>
          </ac:picMkLst>
        </pc:picChg>
        <pc:cxnChg chg="add del">
          <ac:chgData name="Urjita Saxena" userId="a2711520defbaf11" providerId="LiveId" clId="{A523AD72-3764-4837-90C5-6D16FF7EEEB8}" dt="2025-04-20T21:16:34.668" v="681"/>
          <ac:cxnSpMkLst>
            <pc:docMk/>
            <pc:sldMk cId="5643484" sldId="268"/>
            <ac:cxnSpMk id="11" creationId="{425A0768-3044-4AA9-A889-D2CAA68C517A}"/>
          </ac:cxnSpMkLst>
        </pc:cxnChg>
        <pc:cxnChg chg="add del">
          <ac:chgData name="Urjita Saxena" userId="a2711520defbaf11" providerId="LiveId" clId="{A523AD72-3764-4837-90C5-6D16FF7EEEB8}" dt="2025-04-20T21:45:27.458" v="1296"/>
          <ac:cxnSpMkLst>
            <pc:docMk/>
            <pc:sldMk cId="5643484" sldId="268"/>
            <ac:cxnSpMk id="14" creationId="{425A0768-3044-4AA9-A889-D2CAA68C517A}"/>
          </ac:cxnSpMkLst>
        </pc:cxnChg>
      </pc:sldChg>
      <pc:sldChg chg="addSp delSp modSp new mod ord setBg delDesignElem">
        <pc:chgData name="Urjita Saxena" userId="a2711520defbaf11" providerId="LiveId" clId="{A523AD72-3764-4837-90C5-6D16FF7EEEB8}" dt="2025-04-20T22:04:03.536" v="1538" actId="122"/>
        <pc:sldMkLst>
          <pc:docMk/>
          <pc:sldMk cId="4126759914" sldId="269"/>
        </pc:sldMkLst>
        <pc:spChg chg="mod">
          <ac:chgData name="Urjita Saxena" userId="a2711520defbaf11" providerId="LiveId" clId="{A523AD72-3764-4837-90C5-6D16FF7EEEB8}" dt="2025-04-20T22:04:03.536" v="1538" actId="122"/>
          <ac:spMkLst>
            <pc:docMk/>
            <pc:sldMk cId="4126759914" sldId="269"/>
            <ac:spMk id="2" creationId="{E5F8EABB-D7F7-3642-6CDD-123B2A3A1E0D}"/>
          </ac:spMkLst>
        </pc:spChg>
        <pc:spChg chg="mod">
          <ac:chgData name="Urjita Saxena" userId="a2711520defbaf11" providerId="LiveId" clId="{A523AD72-3764-4837-90C5-6D16FF7EEEB8}" dt="2025-04-20T21:53:28.074" v="1394" actId="26606"/>
          <ac:spMkLst>
            <pc:docMk/>
            <pc:sldMk cId="4126759914" sldId="269"/>
            <ac:spMk id="3" creationId="{79A3FF33-FF03-687A-381A-72B296E51852}"/>
          </ac:spMkLst>
        </pc:spChg>
        <pc:spChg chg="add del">
          <ac:chgData name="Urjita Saxena" userId="a2711520defbaf11" providerId="LiveId" clId="{A523AD72-3764-4837-90C5-6D16FF7EEEB8}" dt="2025-04-20T21:04:21.762" v="637"/>
          <ac:spMkLst>
            <pc:docMk/>
            <pc:sldMk cId="4126759914" sldId="269"/>
            <ac:spMk id="5" creationId="{2C10C105-EEB5-43F7-AA95-5DDB920D75B0}"/>
          </ac:spMkLst>
        </pc:spChg>
        <pc:spChg chg="add del">
          <ac:chgData name="Urjita Saxena" userId="a2711520defbaf11" providerId="LiveId" clId="{A523AD72-3764-4837-90C5-6D16FF7EEEB8}" dt="2025-04-20T21:16:34.668" v="681"/>
          <ac:spMkLst>
            <pc:docMk/>
            <pc:sldMk cId="4126759914" sldId="269"/>
            <ac:spMk id="7" creationId="{9A6C2C86-63BF-47D5-AA3F-905111A238E2}"/>
          </ac:spMkLst>
        </pc:spChg>
        <pc:spChg chg="add del">
          <ac:chgData name="Urjita Saxena" userId="a2711520defbaf11" providerId="LiveId" clId="{A523AD72-3764-4837-90C5-6D16FF7EEEB8}" dt="2025-04-20T21:45:27.458" v="1296"/>
          <ac:spMkLst>
            <pc:docMk/>
            <pc:sldMk cId="4126759914" sldId="269"/>
            <ac:spMk id="11" creationId="{9A6C2C86-63BF-47D5-AA3F-905111A238E2}"/>
          </ac:spMkLst>
        </pc:spChg>
        <pc:spChg chg="add">
          <ac:chgData name="Urjita Saxena" userId="a2711520defbaf11" providerId="LiveId" clId="{A523AD72-3764-4837-90C5-6D16FF7EEEB8}" dt="2025-04-20T21:53:28.074" v="1394" actId="26606"/>
          <ac:spMkLst>
            <pc:docMk/>
            <pc:sldMk cId="4126759914" sldId="269"/>
            <ac:spMk id="13" creationId="{2C10C105-EEB5-43F7-AA95-5DDB920D75B0}"/>
          </ac:spMkLst>
        </pc:spChg>
        <pc:picChg chg="add del mod">
          <ac:chgData name="Urjita Saxena" userId="a2711520defbaf11" providerId="LiveId" clId="{A523AD72-3764-4837-90C5-6D16FF7EEEB8}" dt="2025-04-20T21:02:02.550" v="609" actId="478"/>
          <ac:picMkLst>
            <pc:docMk/>
            <pc:sldMk cId="4126759914" sldId="269"/>
            <ac:picMk id="4" creationId="{616B43D9-44B0-EDDA-1816-73C1DE3291A3}"/>
          </ac:picMkLst>
        </pc:picChg>
        <pc:picChg chg="add del">
          <ac:chgData name="Urjita Saxena" userId="a2711520defbaf11" providerId="LiveId" clId="{A523AD72-3764-4837-90C5-6D16FF7EEEB8}" dt="2025-04-20T21:04:21.762" v="637"/>
          <ac:picMkLst>
            <pc:docMk/>
            <pc:sldMk cId="4126759914" sldId="269"/>
            <ac:picMk id="6" creationId="{94BF495F-706E-4740-8918-C1F52CEA9D0B}"/>
          </ac:picMkLst>
        </pc:picChg>
        <pc:picChg chg="add">
          <ac:chgData name="Urjita Saxena" userId="a2711520defbaf11" providerId="LiveId" clId="{A523AD72-3764-4837-90C5-6D16FF7EEEB8}" dt="2025-04-20T21:53:28.074" v="1394" actId="26606"/>
          <ac:picMkLst>
            <pc:docMk/>
            <pc:sldMk cId="4126759914" sldId="269"/>
            <ac:picMk id="14" creationId="{94BF495F-706E-4740-8918-C1F52CEA9D0B}"/>
          </ac:picMkLst>
        </pc:picChg>
        <pc:cxnChg chg="add del">
          <ac:chgData name="Urjita Saxena" userId="a2711520defbaf11" providerId="LiveId" clId="{A523AD72-3764-4837-90C5-6D16FF7EEEB8}" dt="2025-04-20T21:16:34.668" v="681"/>
          <ac:cxnSpMkLst>
            <pc:docMk/>
            <pc:sldMk cId="4126759914" sldId="269"/>
            <ac:cxnSpMk id="9" creationId="{425A0768-3044-4AA9-A889-D2CAA68C517A}"/>
          </ac:cxnSpMkLst>
        </pc:cxnChg>
        <pc:cxnChg chg="add del">
          <ac:chgData name="Urjita Saxena" userId="a2711520defbaf11" providerId="LiveId" clId="{A523AD72-3764-4837-90C5-6D16FF7EEEB8}" dt="2025-04-20T21:45:27.458" v="1296"/>
          <ac:cxnSpMkLst>
            <pc:docMk/>
            <pc:sldMk cId="4126759914" sldId="269"/>
            <ac:cxnSpMk id="12" creationId="{425A0768-3044-4AA9-A889-D2CAA68C517A}"/>
          </ac:cxnSpMkLst>
        </pc:cxnChg>
      </pc:sldChg>
      <pc:sldChg chg="addSp delSp modSp new mod setBg delDesignElem">
        <pc:chgData name="Urjita Saxena" userId="a2711520defbaf11" providerId="LiveId" clId="{A523AD72-3764-4837-90C5-6D16FF7EEEB8}" dt="2025-04-20T21:55:25.650" v="1410" actId="26606"/>
        <pc:sldMkLst>
          <pc:docMk/>
          <pc:sldMk cId="3091163200" sldId="270"/>
        </pc:sldMkLst>
        <pc:spChg chg="mod">
          <ac:chgData name="Urjita Saxena" userId="a2711520defbaf11" providerId="LiveId" clId="{A523AD72-3764-4837-90C5-6D16FF7EEEB8}" dt="2025-04-20T21:55:25.650" v="1410" actId="26606"/>
          <ac:spMkLst>
            <pc:docMk/>
            <pc:sldMk cId="3091163200" sldId="270"/>
            <ac:spMk id="2" creationId="{C227BFCE-1368-BCD9-B9B3-B1F67CCCE44D}"/>
          </ac:spMkLst>
        </pc:spChg>
        <pc:spChg chg="add del">
          <ac:chgData name="Urjita Saxena" userId="a2711520defbaf11" providerId="LiveId" clId="{A523AD72-3764-4837-90C5-6D16FF7EEEB8}" dt="2025-04-20T21:16:34.668" v="681"/>
          <ac:spMkLst>
            <pc:docMk/>
            <pc:sldMk cId="3091163200" sldId="270"/>
            <ac:spMk id="6" creationId="{DAB482FD-C684-4DAA-AC4C-1739F51A98A0}"/>
          </ac:spMkLst>
        </pc:spChg>
        <pc:spChg chg="add del">
          <ac:chgData name="Urjita Saxena" userId="a2711520defbaf11" providerId="LiveId" clId="{A523AD72-3764-4837-90C5-6D16FF7EEEB8}" dt="2025-04-20T21:04:21.762" v="637"/>
          <ac:spMkLst>
            <pc:docMk/>
            <pc:sldMk cId="3091163200" sldId="270"/>
            <ac:spMk id="7" creationId="{1976BAAA-75A1-48AA-B7DE-B6B8070992D3}"/>
          </ac:spMkLst>
        </pc:spChg>
        <pc:spChg chg="add del">
          <ac:chgData name="Urjita Saxena" userId="a2711520defbaf11" providerId="LiveId" clId="{A523AD72-3764-4837-90C5-6D16FF7EEEB8}" dt="2025-04-20T21:04:21.762" v="637"/>
          <ac:spMkLst>
            <pc:docMk/>
            <pc:sldMk cId="3091163200" sldId="270"/>
            <ac:spMk id="9" creationId="{65A5F259-CDF7-4A15-A66C-A9939D23E346}"/>
          </ac:spMkLst>
        </pc:spChg>
        <pc:spChg chg="add del">
          <ac:chgData name="Urjita Saxena" userId="a2711520defbaf11" providerId="LiveId" clId="{A523AD72-3764-4837-90C5-6D16FF7EEEB8}" dt="2025-04-20T21:45:27.458" v="1296"/>
          <ac:spMkLst>
            <pc:docMk/>
            <pc:sldMk cId="3091163200" sldId="270"/>
            <ac:spMk id="10" creationId="{DAB482FD-C684-4DAA-AC4C-1739F51A98A0}"/>
          </ac:spMkLst>
        </pc:spChg>
        <pc:spChg chg="add del">
          <ac:chgData name="Urjita Saxena" userId="a2711520defbaf11" providerId="LiveId" clId="{A523AD72-3764-4837-90C5-6D16FF7EEEB8}" dt="2025-04-20T21:55:25.650" v="1410" actId="26606"/>
          <ac:spMkLst>
            <pc:docMk/>
            <pc:sldMk cId="3091163200" sldId="270"/>
            <ac:spMk id="12" creationId="{DAB482FD-C684-4DAA-AC4C-1739F51A98A0}"/>
          </ac:spMkLst>
        </pc:spChg>
        <pc:spChg chg="add">
          <ac:chgData name="Urjita Saxena" userId="a2711520defbaf11" providerId="LiveId" clId="{A523AD72-3764-4837-90C5-6D16FF7EEEB8}" dt="2025-04-20T21:55:25.650" v="1410" actId="26606"/>
          <ac:spMkLst>
            <pc:docMk/>
            <pc:sldMk cId="3091163200" sldId="270"/>
            <ac:spMk id="18" creationId="{1976BAAA-75A1-48AA-B7DE-B6B8070992D3}"/>
          </ac:spMkLst>
        </pc:spChg>
        <pc:spChg chg="add">
          <ac:chgData name="Urjita Saxena" userId="a2711520defbaf11" providerId="LiveId" clId="{A523AD72-3764-4837-90C5-6D16FF7EEEB8}" dt="2025-04-20T21:55:25.650" v="1410" actId="26606"/>
          <ac:spMkLst>
            <pc:docMk/>
            <pc:sldMk cId="3091163200" sldId="270"/>
            <ac:spMk id="20" creationId="{65A5F259-CDF7-4A15-A66C-A9939D23E346}"/>
          </ac:spMkLst>
        </pc:spChg>
        <pc:picChg chg="add del mod">
          <ac:chgData name="Urjita Saxena" userId="a2711520defbaf11" providerId="LiveId" clId="{A523AD72-3764-4837-90C5-6D16FF7EEEB8}" dt="2025-04-20T21:01:40.418" v="607" actId="478"/>
          <ac:picMkLst>
            <pc:docMk/>
            <pc:sldMk cId="3091163200" sldId="270"/>
            <ac:picMk id="5" creationId="{808D18BE-E312-A521-67E8-C5C012F71DFA}"/>
          </ac:picMkLst>
        </pc:picChg>
        <pc:cxnChg chg="add del">
          <ac:chgData name="Urjita Saxena" userId="a2711520defbaf11" providerId="LiveId" clId="{A523AD72-3764-4837-90C5-6D16FF7EEEB8}" dt="2025-04-20T21:16:34.668" v="681"/>
          <ac:cxnSpMkLst>
            <pc:docMk/>
            <pc:sldMk cId="3091163200" sldId="270"/>
            <ac:cxnSpMk id="8" creationId="{2DAA738B-EDF5-4694-B25A-3488245BC87C}"/>
          </ac:cxnSpMkLst>
        </pc:cxnChg>
        <pc:cxnChg chg="add del">
          <ac:chgData name="Urjita Saxena" userId="a2711520defbaf11" providerId="LiveId" clId="{A523AD72-3764-4837-90C5-6D16FF7EEEB8}" dt="2025-04-20T21:45:27.458" v="1296"/>
          <ac:cxnSpMkLst>
            <pc:docMk/>
            <pc:sldMk cId="3091163200" sldId="270"/>
            <ac:cxnSpMk id="11" creationId="{2DAA738B-EDF5-4694-B25A-3488245BC87C}"/>
          </ac:cxnSpMkLst>
        </pc:cxnChg>
        <pc:cxnChg chg="add del">
          <ac:chgData name="Urjita Saxena" userId="a2711520defbaf11" providerId="LiveId" clId="{A523AD72-3764-4837-90C5-6D16FF7EEEB8}" dt="2025-04-20T21:55:25.650" v="1410" actId="26606"/>
          <ac:cxnSpMkLst>
            <pc:docMk/>
            <pc:sldMk cId="3091163200" sldId="270"/>
            <ac:cxnSpMk id="13" creationId="{2DAA738B-EDF5-4694-B25A-3488245BC87C}"/>
          </ac:cxnSpMkLst>
        </pc:cxnChg>
      </pc:sldChg>
      <pc:sldChg chg="modSp new mod">
        <pc:chgData name="Urjita Saxena" userId="a2711520defbaf11" providerId="LiveId" clId="{A523AD72-3764-4837-90C5-6D16FF7EEEB8}" dt="2025-04-20T22:20:11.325" v="1660" actId="20577"/>
        <pc:sldMkLst>
          <pc:docMk/>
          <pc:sldMk cId="4095769025" sldId="271"/>
        </pc:sldMkLst>
        <pc:spChg chg="mod">
          <ac:chgData name="Urjita Saxena" userId="a2711520defbaf11" providerId="LiveId" clId="{A523AD72-3764-4837-90C5-6D16FF7EEEB8}" dt="2025-04-20T22:20:11.325" v="1660" actId="20577"/>
          <ac:spMkLst>
            <pc:docMk/>
            <pc:sldMk cId="4095769025" sldId="271"/>
            <ac:spMk id="2" creationId="{7E6E683C-858D-E8A5-2B24-60C0A2292C1E}"/>
          </ac:spMkLst>
        </pc:spChg>
        <pc:spChg chg="mod">
          <ac:chgData name="Urjita Saxena" userId="a2711520defbaf11" providerId="LiveId" clId="{A523AD72-3764-4837-90C5-6D16FF7EEEB8}" dt="2025-04-20T21:03:54.557" v="624" actId="1076"/>
          <ac:spMkLst>
            <pc:docMk/>
            <pc:sldMk cId="4095769025" sldId="271"/>
            <ac:spMk id="3" creationId="{52B6B2E3-FEDA-F038-40EC-EE8E60B190C8}"/>
          </ac:spMkLst>
        </pc:spChg>
      </pc:sldChg>
      <pc:sldChg chg="addSp delSp modSp new del mod setBg delDesignElem">
        <pc:chgData name="Urjita Saxena" userId="a2711520defbaf11" providerId="LiveId" clId="{A523AD72-3764-4837-90C5-6D16FF7EEEB8}" dt="2025-04-20T21:48:38.563" v="1321" actId="2696"/>
        <pc:sldMkLst>
          <pc:docMk/>
          <pc:sldMk cId="1118954093" sldId="272"/>
        </pc:sldMkLst>
        <pc:spChg chg="mod">
          <ac:chgData name="Urjita Saxena" userId="a2711520defbaf11" providerId="LiveId" clId="{A523AD72-3764-4837-90C5-6D16FF7EEEB8}" dt="2025-04-20T21:45:30.825" v="1297" actId="26606"/>
          <ac:spMkLst>
            <pc:docMk/>
            <pc:sldMk cId="1118954093" sldId="272"/>
            <ac:spMk id="2" creationId="{3170AE5F-AB95-2D11-AF98-A53650D59352}"/>
          </ac:spMkLst>
        </pc:spChg>
        <pc:spChg chg="del mod">
          <ac:chgData name="Urjita Saxena" userId="a2711520defbaf11" providerId="LiveId" clId="{A523AD72-3764-4837-90C5-6D16FF7EEEB8}" dt="2025-04-20T21:28:28.607" v="983"/>
          <ac:spMkLst>
            <pc:docMk/>
            <pc:sldMk cId="1118954093" sldId="272"/>
            <ac:spMk id="3" creationId="{B7186022-E995-AA91-EF32-B2412E1293FB}"/>
          </ac:spMkLst>
        </pc:spChg>
        <pc:spChg chg="add mod">
          <ac:chgData name="Urjita Saxena" userId="a2711520defbaf11" providerId="LiveId" clId="{A523AD72-3764-4837-90C5-6D16FF7EEEB8}" dt="2025-04-20T21:29:23.565" v="1028" actId="26606"/>
          <ac:spMkLst>
            <pc:docMk/>
            <pc:sldMk cId="1118954093" sldId="272"/>
            <ac:spMk id="5" creationId="{0359E81C-BCAB-9261-F976-69CED9319176}"/>
          </ac:spMkLst>
        </pc:spChg>
        <pc:spChg chg="add mod">
          <ac:chgData name="Urjita Saxena" userId="a2711520defbaf11" providerId="LiveId" clId="{A523AD72-3764-4837-90C5-6D16FF7EEEB8}" dt="2025-04-20T21:46:01.171" v="1306"/>
          <ac:spMkLst>
            <pc:docMk/>
            <pc:sldMk cId="1118954093" sldId="272"/>
            <ac:spMk id="7" creationId="{E3E752BB-625A-9FC4-57E6-6E2A331CE789}"/>
          </ac:spMkLst>
        </pc:spChg>
        <pc:spChg chg="add del">
          <ac:chgData name="Urjita Saxena" userId="a2711520defbaf11" providerId="LiveId" clId="{A523AD72-3764-4837-90C5-6D16FF7EEEB8}" dt="2025-04-20T21:29:23.565" v="1028" actId="26606"/>
          <ac:spMkLst>
            <pc:docMk/>
            <pc:sldMk cId="1118954093" sldId="272"/>
            <ac:spMk id="8" creationId="{9A6C2C86-63BF-47D5-AA3F-905111A238E2}"/>
          </ac:spMkLst>
        </pc:spChg>
        <pc:graphicFrameChg chg="add del mod ord modGraphic">
          <ac:chgData name="Urjita Saxena" userId="a2711520defbaf11" providerId="LiveId" clId="{A523AD72-3764-4837-90C5-6D16FF7EEEB8}" dt="2025-04-20T21:45:30.825" v="1297" actId="26606"/>
          <ac:graphicFrameMkLst>
            <pc:docMk/>
            <pc:sldMk cId="1118954093" sldId="272"/>
            <ac:graphicFrameMk id="4" creationId="{BED4777A-E9CB-67E0-2DF2-04A4DD7B467B}"/>
          </ac:graphicFrameMkLst>
        </pc:graphicFrameChg>
        <pc:graphicFrameChg chg="add">
          <ac:chgData name="Urjita Saxena" userId="a2711520defbaf11" providerId="LiveId" clId="{A523AD72-3764-4837-90C5-6D16FF7EEEB8}" dt="2025-04-20T21:45:30.825" v="1297" actId="26606"/>
          <ac:graphicFrameMkLst>
            <pc:docMk/>
            <pc:sldMk cId="1118954093" sldId="272"/>
            <ac:graphicFrameMk id="9" creationId="{BED4777A-E9CB-67E0-2DF2-04A4DD7B467B}"/>
          </ac:graphicFrameMkLst>
        </pc:graphicFrameChg>
        <pc:picChg chg="add">
          <ac:chgData name="Urjita Saxena" userId="a2711520defbaf11" providerId="LiveId" clId="{A523AD72-3764-4837-90C5-6D16FF7EEEB8}" dt="2025-04-20T21:45:30.825" v="1297" actId="26606"/>
          <ac:picMkLst>
            <pc:docMk/>
            <pc:sldMk cId="1118954093" sldId="272"/>
            <ac:picMk id="13" creationId="{5405F23C-C82E-4181-95EA-321F3D891A40}"/>
          </ac:picMkLst>
        </pc:picChg>
        <pc:picChg chg="add del">
          <ac:chgData name="Urjita Saxena" userId="a2711520defbaf11" providerId="LiveId" clId="{A523AD72-3764-4837-90C5-6D16FF7EEEB8}" dt="2025-04-20T21:45:27.458" v="1296"/>
          <ac:picMkLst>
            <pc:docMk/>
            <pc:sldMk cId="1118954093" sldId="272"/>
            <ac:picMk id="15" creationId="{A8D526D7-C782-4F65-A21F-A6B40D869B47}"/>
          </ac:picMkLst>
        </pc:picChg>
        <pc:cxnChg chg="add del">
          <ac:chgData name="Urjita Saxena" userId="a2711520defbaf11" providerId="LiveId" clId="{A523AD72-3764-4837-90C5-6D16FF7EEEB8}" dt="2025-04-20T21:29:23.565" v="1028" actId="26606"/>
          <ac:cxnSpMkLst>
            <pc:docMk/>
            <pc:sldMk cId="1118954093" sldId="272"/>
            <ac:cxnSpMk id="10" creationId="{425A0768-3044-4AA9-A889-D2CAA68C517A}"/>
          </ac:cxnSpMkLst>
        </pc:cxnChg>
      </pc:sldChg>
      <pc:sldChg chg="addSp delSp modSp new del mod setBg delDesignElem">
        <pc:chgData name="Urjita Saxena" userId="a2711520defbaf11" providerId="LiveId" clId="{A523AD72-3764-4837-90C5-6D16FF7EEEB8}" dt="2025-04-20T21:46:38.756" v="1311" actId="2696"/>
        <pc:sldMkLst>
          <pc:docMk/>
          <pc:sldMk cId="2241272569" sldId="273"/>
        </pc:sldMkLst>
        <pc:spChg chg="mod">
          <ac:chgData name="Urjita Saxena" userId="a2711520defbaf11" providerId="LiveId" clId="{A523AD72-3764-4837-90C5-6D16FF7EEEB8}" dt="2025-04-20T21:45:27.458" v="1296"/>
          <ac:spMkLst>
            <pc:docMk/>
            <pc:sldMk cId="2241272569" sldId="273"/>
            <ac:spMk id="2" creationId="{1874B626-9AFE-E13B-0549-0353F44F5F0D}"/>
          </ac:spMkLst>
        </pc:spChg>
        <pc:spChg chg="del">
          <ac:chgData name="Urjita Saxena" userId="a2711520defbaf11" providerId="LiveId" clId="{A523AD72-3764-4837-90C5-6D16FF7EEEB8}" dt="2025-04-20T21:29:44.231" v="1070"/>
          <ac:spMkLst>
            <pc:docMk/>
            <pc:sldMk cId="2241272569" sldId="273"/>
            <ac:spMk id="3" creationId="{F31BFCBF-937A-ECBA-DEBD-8A03419D4E71}"/>
          </ac:spMkLst>
        </pc:spChg>
        <pc:graphicFrameChg chg="add mod modGraphic">
          <ac:chgData name="Urjita Saxena" userId="a2711520defbaf11" providerId="LiveId" clId="{A523AD72-3764-4837-90C5-6D16FF7EEEB8}" dt="2025-04-20T21:45:01.131" v="1277" actId="14100"/>
          <ac:graphicFrameMkLst>
            <pc:docMk/>
            <pc:sldMk cId="2241272569" sldId="273"/>
            <ac:graphicFrameMk id="4" creationId="{99F71421-EBA5-509A-2360-095821D8FF88}"/>
          </ac:graphicFrameMkLst>
        </pc:graphicFrameChg>
        <pc:picChg chg="add del">
          <ac:chgData name="Urjita Saxena" userId="a2711520defbaf11" providerId="LiveId" clId="{A523AD72-3764-4837-90C5-6D16FF7EEEB8}" dt="2025-04-20T21:45:27.458" v="1296"/>
          <ac:picMkLst>
            <pc:docMk/>
            <pc:sldMk cId="2241272569" sldId="273"/>
            <ac:picMk id="9" creationId="{A8D526D7-C782-4F65-A21F-A6B40D869B47}"/>
          </ac:picMkLst>
        </pc:picChg>
      </pc:sldChg>
      <pc:sldChg chg="addSp delSp modSp new mod setBg delDesignElem">
        <pc:chgData name="Urjita Saxena" userId="a2711520defbaf11" providerId="LiveId" clId="{A523AD72-3764-4837-90C5-6D16FF7EEEB8}" dt="2025-04-20T21:45:27.458" v="1296"/>
        <pc:sldMkLst>
          <pc:docMk/>
          <pc:sldMk cId="1391410701" sldId="274"/>
        </pc:sldMkLst>
        <pc:spChg chg="del">
          <ac:chgData name="Urjita Saxena" userId="a2711520defbaf11" providerId="LiveId" clId="{A523AD72-3764-4837-90C5-6D16FF7EEEB8}" dt="2025-04-20T21:40:25.553" v="1177" actId="478"/>
          <ac:spMkLst>
            <pc:docMk/>
            <pc:sldMk cId="1391410701" sldId="274"/>
            <ac:spMk id="2" creationId="{5DE971A0-B4C5-F4ED-DC84-D60B4692375E}"/>
          </ac:spMkLst>
        </pc:spChg>
        <pc:spChg chg="add del">
          <ac:chgData name="Urjita Saxena" userId="a2711520defbaf11" providerId="LiveId" clId="{A523AD72-3764-4837-90C5-6D16FF7EEEB8}" dt="2025-04-20T21:39:25.145" v="1169" actId="22"/>
          <ac:spMkLst>
            <pc:docMk/>
            <pc:sldMk cId="1391410701" sldId="274"/>
            <ac:spMk id="3" creationId="{FB105640-26D6-AD19-48DC-FC754B1A8A3B}"/>
          </ac:spMkLst>
        </pc:spChg>
        <pc:spChg chg="add mod">
          <ac:chgData name="Urjita Saxena" userId="a2711520defbaf11" providerId="LiveId" clId="{A523AD72-3764-4837-90C5-6D16FF7EEEB8}" dt="2025-04-20T21:32:26.236" v="1168"/>
          <ac:spMkLst>
            <pc:docMk/>
            <pc:sldMk cId="1391410701" sldId="274"/>
            <ac:spMk id="4" creationId="{3887F8EA-0E25-D7B9-21F8-879023B1CDC7}"/>
          </ac:spMkLst>
        </pc:spChg>
        <pc:spChg chg="add mod ord">
          <ac:chgData name="Urjita Saxena" userId="a2711520defbaf11" providerId="LiveId" clId="{A523AD72-3764-4837-90C5-6D16FF7EEEB8}" dt="2025-04-20T21:44:32.039" v="1270" actId="14100"/>
          <ac:spMkLst>
            <pc:docMk/>
            <pc:sldMk cId="1391410701" sldId="274"/>
            <ac:spMk id="14" creationId="{E59D4C6A-5240-9AC4-E92C-87DC8FB4F858}"/>
          </ac:spMkLst>
        </pc:spChg>
        <pc:spChg chg="add del">
          <ac:chgData name="Urjita Saxena" userId="a2711520defbaf11" providerId="LiveId" clId="{A523AD72-3764-4837-90C5-6D16FF7EEEB8}" dt="2025-04-20T21:43:07.426" v="1210" actId="26606"/>
          <ac:spMkLst>
            <pc:docMk/>
            <pc:sldMk cId="1391410701" sldId="274"/>
            <ac:spMk id="22" creationId="{63DBA5AD-10C8-4C9E-A2E4-37834152A093}"/>
          </ac:spMkLst>
        </pc:spChg>
        <pc:spChg chg="add del">
          <ac:chgData name="Urjita Saxena" userId="a2711520defbaf11" providerId="LiveId" clId="{A523AD72-3764-4837-90C5-6D16FF7EEEB8}" dt="2025-04-20T21:43:07.426" v="1210" actId="26606"/>
          <ac:spMkLst>
            <pc:docMk/>
            <pc:sldMk cId="1391410701" sldId="274"/>
            <ac:spMk id="24" creationId="{FEF67420-C2EF-496D-8511-54DA2D6E3B40}"/>
          </ac:spMkLst>
        </pc:spChg>
        <pc:spChg chg="add del">
          <ac:chgData name="Urjita Saxena" userId="a2711520defbaf11" providerId="LiveId" clId="{A523AD72-3764-4837-90C5-6D16FF7EEEB8}" dt="2025-04-20T21:43:07.426" v="1210" actId="26606"/>
          <ac:spMkLst>
            <pc:docMk/>
            <pc:sldMk cId="1391410701" sldId="274"/>
            <ac:spMk id="26" creationId="{3926F8AF-45D6-46BD-B4AF-64E8AA6877E5}"/>
          </ac:spMkLst>
        </pc:spChg>
        <pc:picChg chg="add mod ord">
          <ac:chgData name="Urjita Saxena" userId="a2711520defbaf11" providerId="LiveId" clId="{A523AD72-3764-4837-90C5-6D16FF7EEEB8}" dt="2025-04-20T21:44:46.184" v="1275" actId="1076"/>
          <ac:picMkLst>
            <pc:docMk/>
            <pc:sldMk cId="1391410701" sldId="274"/>
            <ac:picMk id="6" creationId="{3A313632-D83D-4EAA-FDA2-A1B5BFDA01EE}"/>
          </ac:picMkLst>
        </pc:picChg>
        <pc:picChg chg="add del mod">
          <ac:chgData name="Urjita Saxena" userId="a2711520defbaf11" providerId="LiveId" clId="{A523AD72-3764-4837-90C5-6D16FF7EEEB8}" dt="2025-04-20T21:42:55.226" v="1207" actId="478"/>
          <ac:picMkLst>
            <pc:docMk/>
            <pc:sldMk cId="1391410701" sldId="274"/>
            <ac:picMk id="8" creationId="{701BBCAE-E094-C2EA-1951-F425D33EEC50}"/>
          </ac:picMkLst>
        </pc:picChg>
        <pc:picChg chg="add mod">
          <ac:chgData name="Urjita Saxena" userId="a2711520defbaf11" providerId="LiveId" clId="{A523AD72-3764-4837-90C5-6D16FF7EEEB8}" dt="2025-04-20T21:44:38.109" v="1272" actId="1076"/>
          <ac:picMkLst>
            <pc:docMk/>
            <pc:sldMk cId="1391410701" sldId="274"/>
            <ac:picMk id="10" creationId="{F1E94671-B906-5108-D74E-7ED0F30EC674}"/>
          </ac:picMkLst>
        </pc:picChg>
        <pc:picChg chg="add mod ord">
          <ac:chgData name="Urjita Saxena" userId="a2711520defbaf11" providerId="LiveId" clId="{A523AD72-3764-4837-90C5-6D16FF7EEEB8}" dt="2025-04-20T21:44:01.022" v="1263" actId="1076"/>
          <ac:picMkLst>
            <pc:docMk/>
            <pc:sldMk cId="1391410701" sldId="274"/>
            <ac:picMk id="12" creationId="{FC926D95-0CF5-55B4-6608-4FEB523B76B5}"/>
          </ac:picMkLst>
        </pc:picChg>
        <pc:picChg chg="add del">
          <ac:chgData name="Urjita Saxena" userId="a2711520defbaf11" providerId="LiveId" clId="{A523AD72-3764-4837-90C5-6D16FF7EEEB8}" dt="2025-04-20T21:43:07.432" v="1211" actId="26606"/>
          <ac:picMkLst>
            <pc:docMk/>
            <pc:sldMk cId="1391410701" sldId="274"/>
            <ac:picMk id="17" creationId="{3571A55B-8C56-492F-B317-105830ECF92B}"/>
          </ac:picMkLst>
        </pc:picChg>
        <pc:picChg chg="add del">
          <ac:chgData name="Urjita Saxena" userId="a2711520defbaf11" providerId="LiveId" clId="{A523AD72-3764-4837-90C5-6D16FF7EEEB8}" dt="2025-04-20T21:45:27.458" v="1296"/>
          <ac:picMkLst>
            <pc:docMk/>
            <pc:sldMk cId="1391410701" sldId="274"/>
            <ac:picMk id="28" creationId="{3571A55B-8C56-492F-B317-105830ECF92B}"/>
          </ac:picMkLst>
        </pc:picChg>
      </pc:sldChg>
      <pc:sldChg chg="addSp delSp modSp new mod">
        <pc:chgData name="Urjita Saxena" userId="a2711520defbaf11" providerId="LiveId" clId="{A523AD72-3764-4837-90C5-6D16FF7EEEB8}" dt="2025-04-20T22:12:40.006" v="1591" actId="14100"/>
        <pc:sldMkLst>
          <pc:docMk/>
          <pc:sldMk cId="4055043312" sldId="275"/>
        </pc:sldMkLst>
        <pc:spChg chg="mod">
          <ac:chgData name="Urjita Saxena" userId="a2711520defbaf11" providerId="LiveId" clId="{A523AD72-3764-4837-90C5-6D16FF7EEEB8}" dt="2025-04-20T21:58:16.494" v="1421" actId="255"/>
          <ac:spMkLst>
            <pc:docMk/>
            <pc:sldMk cId="4055043312" sldId="275"/>
            <ac:spMk id="2" creationId="{1DBF88D2-402C-364C-5419-B5B58D097B3F}"/>
          </ac:spMkLst>
        </pc:spChg>
        <pc:spChg chg="del">
          <ac:chgData name="Urjita Saxena" userId="a2711520defbaf11" providerId="LiveId" clId="{A523AD72-3764-4837-90C5-6D16FF7EEEB8}" dt="2025-04-20T21:46:27.886" v="1308"/>
          <ac:spMkLst>
            <pc:docMk/>
            <pc:sldMk cId="4055043312" sldId="275"/>
            <ac:spMk id="3" creationId="{FFFC4929-4FCE-EDD9-4212-DC1D48917D67}"/>
          </ac:spMkLst>
        </pc:spChg>
        <pc:graphicFrameChg chg="add mod modGraphic">
          <ac:chgData name="Urjita Saxena" userId="a2711520defbaf11" providerId="LiveId" clId="{A523AD72-3764-4837-90C5-6D16FF7EEEB8}" dt="2025-04-20T22:12:21.784" v="1587"/>
          <ac:graphicFrameMkLst>
            <pc:docMk/>
            <pc:sldMk cId="4055043312" sldId="275"/>
            <ac:graphicFrameMk id="4" creationId="{82214D79-E62D-7447-26AB-1608AA301779}"/>
          </ac:graphicFrameMkLst>
        </pc:graphicFrameChg>
        <pc:graphicFrameChg chg="add mod modGraphic">
          <ac:chgData name="Urjita Saxena" userId="a2711520defbaf11" providerId="LiveId" clId="{A523AD72-3764-4837-90C5-6D16FF7EEEB8}" dt="2025-04-20T22:12:40.006" v="1591" actId="14100"/>
          <ac:graphicFrameMkLst>
            <pc:docMk/>
            <pc:sldMk cId="4055043312" sldId="275"/>
            <ac:graphicFrameMk id="5" creationId="{FEA4FC9E-EF69-F065-38A4-42D83B080FCA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F703-5EA6-4815-A18A-0E4FB694B29D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8FEE5-374E-4639-B2F9-3A47FF36BE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535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F703-5EA6-4815-A18A-0E4FB694B29D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8FEE5-374E-4639-B2F9-3A47FF36BE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158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F703-5EA6-4815-A18A-0E4FB694B29D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8FEE5-374E-4639-B2F9-3A47FF36BE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693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F703-5EA6-4815-A18A-0E4FB694B29D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8FEE5-374E-4639-B2F9-3A47FF36BE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0719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F703-5EA6-4815-A18A-0E4FB694B29D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8FEE5-374E-4639-B2F9-3A47FF36BE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6086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F703-5EA6-4815-A18A-0E4FB694B29D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8FEE5-374E-4639-B2F9-3A47FF36BE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506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F703-5EA6-4815-A18A-0E4FB694B29D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8FEE5-374E-4639-B2F9-3A47FF36BE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8994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F703-5EA6-4815-A18A-0E4FB694B29D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8FEE5-374E-4639-B2F9-3A47FF36BE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57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F703-5EA6-4815-A18A-0E4FB694B29D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8FEE5-374E-4639-B2F9-3A47FF36BE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8579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F703-5EA6-4815-A18A-0E4FB694B29D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8FEE5-374E-4639-B2F9-3A47FF36BE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086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F703-5EA6-4815-A18A-0E4FB694B29D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8FEE5-374E-4639-B2F9-3A47FF36BE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347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F703-5EA6-4815-A18A-0E4FB694B29D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8FEE5-374E-4639-B2F9-3A47FF36BECB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029864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F703-5EA6-4815-A18A-0E4FB694B29D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8FEE5-374E-4639-B2F9-3A47FF36BE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606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F703-5EA6-4815-A18A-0E4FB694B29D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8FEE5-374E-4639-B2F9-3A47FF36BE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4338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F703-5EA6-4815-A18A-0E4FB694B29D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8FEE5-374E-4639-B2F9-3A47FF36BE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8068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F703-5EA6-4815-A18A-0E4FB694B29D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8FEE5-374E-4639-B2F9-3A47FF36BE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13553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EF703-5EA6-4815-A18A-0E4FB694B29D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F8FEE5-374E-4639-B2F9-3A47FF36BE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9669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E7AEF703-5EA6-4815-A18A-0E4FB694B29D}" type="datetimeFigureOut">
              <a:rPr lang="en-IN" smtClean="0"/>
              <a:t>20-04-2025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3F8FEE5-374E-4639-B2F9-3A47FF36BE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50896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E683C-858D-E8A5-2B24-60C0A2292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852881"/>
            <a:ext cx="10353762" cy="970450"/>
          </a:xfrm>
        </p:spPr>
        <p:txBody>
          <a:bodyPr>
            <a:normAutofit fontScale="90000"/>
          </a:bodyPr>
          <a:lstStyle/>
          <a:p>
            <a:r>
              <a:rPr lang="en-IN" dirty="0"/>
              <a:t>CS 512: Computer Vision - Spring 2025</a:t>
            </a:r>
            <a:br>
              <a:rPr lang="en-IN" dirty="0"/>
            </a:br>
            <a:br>
              <a:rPr lang="en-IN" dirty="0"/>
            </a:br>
            <a:r>
              <a:rPr lang="en-IN" dirty="0"/>
              <a:t>EfficientViT: Memory Efficient Vision Transformer with Cascaded Group 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6B2E3-FEDA-F038-40EC-EE8E60B19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0014" y="4519894"/>
            <a:ext cx="10353762" cy="4058751"/>
          </a:xfrm>
        </p:spPr>
        <p:txBody>
          <a:bodyPr/>
          <a:lstStyle/>
          <a:p>
            <a:r>
              <a:rPr lang="en-IN" dirty="0"/>
              <a:t>Urjita Saxena (A20578349)</a:t>
            </a:r>
          </a:p>
          <a:p>
            <a:r>
              <a:rPr lang="en-IN" dirty="0"/>
              <a:t>Arpitha </a:t>
            </a:r>
            <a:r>
              <a:rPr lang="en-IN" dirty="0" err="1"/>
              <a:t>Ramakrishnaiah</a:t>
            </a:r>
            <a:r>
              <a:rPr lang="en-IN" dirty="0"/>
              <a:t> (A20523821)</a:t>
            </a:r>
          </a:p>
          <a:p>
            <a:endParaRPr lang="en-IN" dirty="0"/>
          </a:p>
        </p:txBody>
      </p:sp>
      <p:pic>
        <p:nvPicPr>
          <p:cNvPr id="5" name="Picture 4" descr="A black and red sign with white letters&#10;&#10;AI-generated content may be incorrect.">
            <a:extLst>
              <a:ext uri="{FF2B5EF4-FFF2-40B4-BE49-F238E27FC236}">
                <a16:creationId xmlns:a16="http://schemas.microsoft.com/office/drawing/2014/main" id="{FF855A38-18BF-C3BC-F85F-8D238466CF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323412"/>
            <a:ext cx="3169924" cy="45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769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2C10C105-EEB5-43F7-AA95-5DDB920D7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44307B-BBC9-15D3-2139-0CE83F3F2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43" y="965201"/>
            <a:ext cx="3413156" cy="4562472"/>
          </a:xfrm>
        </p:spPr>
        <p:txBody>
          <a:bodyPr anchor="t">
            <a:normAutofit/>
          </a:bodyPr>
          <a:lstStyle/>
          <a:p>
            <a:r>
              <a:rPr lang="en-US" sz="3600" dirty="0"/>
              <a:t>Introduction</a:t>
            </a:r>
            <a:endParaRPr lang="en-IN" sz="36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4BF495F-706E-4740-8918-C1F52CEA9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4639056" y="2"/>
            <a:ext cx="7552944" cy="6857998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7B0E4264-322B-22DA-2BDE-4AAC1F4431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48943" y="965200"/>
            <a:ext cx="6409314" cy="511113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are Vision Transformers (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ViTs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)?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marL="377100" lvl="1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Neural networks that process images as sequences of patches. </a:t>
            </a:r>
          </a:p>
          <a:p>
            <a:pPr marL="377100" lvl="1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Excel at capturing long-range dependencies. 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Advantages of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marL="377100" lvl="1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State-of-the-art performance on image classification tasks. </a:t>
            </a:r>
          </a:p>
          <a:p>
            <a:pPr marL="377100" lvl="1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Flexible architecture for various vision tasks. 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Challenges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marL="377100" lvl="1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High computational complexity (quadratic with input size). </a:t>
            </a:r>
          </a:p>
          <a:p>
            <a:pPr marL="377100" lvl="1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Large memory requirements, limiting use on resource-constrained devices.</a:t>
            </a:r>
          </a:p>
        </p:txBody>
      </p:sp>
      <p:pic>
        <p:nvPicPr>
          <p:cNvPr id="3" name="Picture 2" descr="A black and red sign with white letters&#10;&#10;AI-generated content may be incorrect.">
            <a:extLst>
              <a:ext uri="{FF2B5EF4-FFF2-40B4-BE49-F238E27FC236}">
                <a16:creationId xmlns:a16="http://schemas.microsoft.com/office/drawing/2014/main" id="{9348DDA1-6E53-3482-0506-EE9D4CA7FB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323412"/>
            <a:ext cx="3169924" cy="45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634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2C10C105-EEB5-43F7-AA95-5DDB920D7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252412-3F47-3AD3-D60A-9FACF58EE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43" y="965201"/>
            <a:ext cx="3413156" cy="4562472"/>
          </a:xfrm>
        </p:spPr>
        <p:txBody>
          <a:bodyPr anchor="t">
            <a:normAutofit/>
          </a:bodyPr>
          <a:lstStyle/>
          <a:p>
            <a:r>
              <a:rPr lang="en-IN" sz="3600" dirty="0"/>
              <a:t>Problem Statement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94BF495F-706E-4740-8918-C1F52CEA9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4639056" y="2"/>
            <a:ext cx="7552944" cy="6857998"/>
          </a:xfrm>
          <a:prstGeom prst="rect">
            <a:avLst/>
          </a:prstGeom>
        </p:spPr>
      </p:pic>
      <p:sp>
        <p:nvSpPr>
          <p:cNvPr id="28" name="Rectangle 1">
            <a:extLst>
              <a:ext uri="{FF2B5EF4-FFF2-40B4-BE49-F238E27FC236}">
                <a16:creationId xmlns:a16="http://schemas.microsoft.com/office/drawing/2014/main" id="{7937F0CD-D2AC-9841-7DF4-23883D12EA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48943" y="965200"/>
            <a:ext cx="6118614" cy="456247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Need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marL="377100" lvl="1" indent="0" defTabSz="914400" eaLnBrk="0" fontAlgn="base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Efficient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are critical for deployment on edge devices (e.g., mobile phones, IoT). </a:t>
            </a:r>
          </a:p>
          <a:p>
            <a:pPr marL="377100" lvl="1" indent="0" defTabSz="914400" eaLnBrk="0" fontAlgn="base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Traditional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are resource-intensive, impractical for real-world applications.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Our Goal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marL="377100" lvl="1" indent="0" defTabSz="914400" eaLnBrk="0" fontAlgn="base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Implement EfficientViT to reduce memory and computational costs while preserving accuracy.</a:t>
            </a:r>
          </a:p>
        </p:txBody>
      </p:sp>
      <p:pic>
        <p:nvPicPr>
          <p:cNvPr id="3" name="Picture 2" descr="A black and red sign with white letters&#10;&#10;AI-generated content may be incorrect.">
            <a:extLst>
              <a:ext uri="{FF2B5EF4-FFF2-40B4-BE49-F238E27FC236}">
                <a16:creationId xmlns:a16="http://schemas.microsoft.com/office/drawing/2014/main" id="{22398B18-D830-1007-7663-E0040DAE59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323412"/>
            <a:ext cx="3169924" cy="45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4234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157D0-5C46-25EF-F4EA-2BA49ACAD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900" y="643467"/>
            <a:ext cx="3946393" cy="195629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 sz="3300" dirty="0"/>
              <a:t>Proposed Solution – EfficientViT architecture</a:t>
            </a:r>
            <a:br>
              <a:rPr lang="en-IN" sz="3300" b="1" dirty="0"/>
            </a:br>
            <a:endParaRPr lang="en-IN" sz="33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1AE55-0AB9-7989-53F5-B5C1D7701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9768" y="643467"/>
            <a:ext cx="6430560" cy="1956298"/>
          </a:xfrm>
        </p:spPr>
        <p:txBody>
          <a:bodyPr anchor="ctr">
            <a:noAutofit/>
          </a:bodyPr>
          <a:lstStyle/>
          <a:p>
            <a:pPr>
              <a:buClr>
                <a:srgbClr val="9FE7FC"/>
              </a:buClr>
              <a:buFont typeface="Arial" panose="020B0604020202020204" pitchFamily="34" charset="0"/>
              <a:buChar char="•"/>
            </a:pPr>
            <a:r>
              <a:rPr lang="en-US" b="1" dirty="0"/>
              <a:t>EfficientViT Overview</a:t>
            </a:r>
            <a:r>
              <a:rPr lang="en-US" dirty="0"/>
              <a:t> A lightweight Vision Transformer designed for efficiency.</a:t>
            </a:r>
          </a:p>
          <a:p>
            <a:pPr>
              <a:buClr>
                <a:srgbClr val="9FE7FC"/>
              </a:buClr>
              <a:buFont typeface="Arial" panose="020B0604020202020204" pitchFamily="34" charset="0"/>
              <a:buChar char="•"/>
            </a:pPr>
            <a:r>
              <a:rPr lang="en-US" dirty="0"/>
              <a:t>Key Innovations: </a:t>
            </a:r>
          </a:p>
          <a:p>
            <a:pPr marL="742950" lvl="1" indent="-285750">
              <a:buClr>
                <a:srgbClr val="9FE7FC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Cascaded Group Attention (CGA).</a:t>
            </a:r>
          </a:p>
          <a:p>
            <a:pPr marL="742950" lvl="1" indent="-285750">
              <a:buClr>
                <a:srgbClr val="9FE7FC"/>
              </a:buClr>
              <a:buFont typeface="Arial" panose="020B0604020202020204" pitchFamily="34" charset="0"/>
              <a:buChar char="•"/>
            </a:pPr>
            <a:r>
              <a:rPr lang="en-US" sz="2000" dirty="0"/>
              <a:t>Sandwich layout of transformer blocks.</a:t>
            </a:r>
          </a:p>
        </p:txBody>
      </p:sp>
      <p:pic>
        <p:nvPicPr>
          <p:cNvPr id="10242" name="Picture 2" descr="EfficientViT: Memory Efficient Vision Transformer for High-Resolution  Computer Vision - Unite.AI">
            <a:extLst>
              <a:ext uri="{FF2B5EF4-FFF2-40B4-BE49-F238E27FC236}">
                <a16:creationId xmlns:a16="http://schemas.microsoft.com/office/drawing/2014/main" id="{E604F8C3-45E0-50A2-5019-BE572FF88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8" y="3126744"/>
            <a:ext cx="10926860" cy="2759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lack and red sign with white letters&#10;&#10;AI-generated content may be incorrect.">
            <a:extLst>
              <a:ext uri="{FF2B5EF4-FFF2-40B4-BE49-F238E27FC236}">
                <a16:creationId xmlns:a16="http://schemas.microsoft.com/office/drawing/2014/main" id="{BB59D2F7-A397-F72B-FBFD-A79A68A9E3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323412"/>
            <a:ext cx="3169924" cy="45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149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C10C105-EEB5-43F7-AA95-5DDB920D7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F30A84-27BF-AE1D-D96A-D85898E58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43" y="965201"/>
            <a:ext cx="3413156" cy="4562472"/>
          </a:xfrm>
        </p:spPr>
        <p:txBody>
          <a:bodyPr anchor="t">
            <a:normAutofit/>
          </a:bodyPr>
          <a:lstStyle/>
          <a:p>
            <a:r>
              <a:rPr lang="en-IN" sz="3600" dirty="0"/>
              <a:t>Cascaded Group Attention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4BF495F-706E-4740-8918-C1F52CEA9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4639056" y="2"/>
            <a:ext cx="7552944" cy="6857998"/>
          </a:xfrm>
          <a:prstGeom prst="rect">
            <a:avLst/>
          </a:prstGeom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DA4CE752-4D37-5629-7CA2-6A2376D76F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48943" y="965200"/>
            <a:ext cx="6118614" cy="456247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 (Body)"/>
              </a:rPr>
              <a:t>What is CGA?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 (Body)"/>
              </a:rPr>
              <a:t> </a:t>
            </a:r>
          </a:p>
          <a:p>
            <a:pPr marL="377100" lvl="1" indent="0" defTabSz="914400" eaLnBrk="0" fontAlgn="base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 (Body)"/>
              </a:rPr>
              <a:t>Splits input features into groups for separate attention computation. </a:t>
            </a:r>
          </a:p>
          <a:p>
            <a:pPr marL="377100" lvl="1" indent="0" defTabSz="914400" eaLnBrk="0" fontAlgn="base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 (Body)"/>
              </a:rPr>
              <a:t>Cascades attention across heads to enhance feature diversity.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 (Body)"/>
              </a:rPr>
              <a:t>Benefits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 (Body)"/>
              </a:rPr>
              <a:t> </a:t>
            </a:r>
          </a:p>
          <a:p>
            <a:pPr marL="377100" lvl="1" indent="0" defTabSz="914400" eaLnBrk="0" fontAlgn="base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ramond (Body)"/>
              </a:rPr>
              <a:t>Reduces memory usage and computational complexity compared to traditional self-attention.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005696-3372-2572-C794-1D47718DB8F1}"/>
              </a:ext>
            </a:extLst>
          </p:cNvPr>
          <p:cNvSpPr txBox="1"/>
          <p:nvPr/>
        </p:nvSpPr>
        <p:spPr>
          <a:xfrm>
            <a:off x="7023243" y="3761642"/>
            <a:ext cx="4952447" cy="2985433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 wrap="square" rtlCol="0">
            <a:spAutoFit/>
          </a:bodyPr>
          <a:lstStyle/>
          <a:p>
            <a:r>
              <a:rPr lang="en-IN" sz="2000" u="sng" dirty="0"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Pseudocode</a:t>
            </a:r>
          </a:p>
          <a:p>
            <a:endParaRPr lang="en-IN" sz="800" dirty="0">
              <a:solidFill>
                <a:schemeClr val="tx1">
                  <a:lumMod val="6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IN" sz="2000" dirty="0"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Input: Feature :map X</a:t>
            </a:r>
          </a:p>
          <a:p>
            <a:r>
              <a:rPr lang="en-IN" sz="2000" dirty="0"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Split X into G groups: X_1, X_2, ..., X_G</a:t>
            </a:r>
          </a:p>
          <a:p>
            <a:r>
              <a:rPr lang="en-IN" sz="2000" dirty="0"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each group g:</a:t>
            </a:r>
          </a:p>
          <a:p>
            <a:r>
              <a:rPr lang="en-IN" sz="2000" dirty="0"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Compute </a:t>
            </a:r>
            <a:r>
              <a:rPr lang="en-IN" sz="2000" dirty="0" err="1"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Q_g</a:t>
            </a:r>
            <a:r>
              <a:rPr lang="en-IN" sz="2000" dirty="0"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IN" sz="2000" dirty="0" err="1"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K_g</a:t>
            </a:r>
            <a:r>
              <a:rPr lang="en-IN" sz="2000" dirty="0"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</a:t>
            </a:r>
            <a:r>
              <a:rPr lang="en-IN" sz="2000" dirty="0" err="1"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V_g</a:t>
            </a:r>
            <a:endParaRPr lang="en-IN" sz="2000" dirty="0">
              <a:solidFill>
                <a:schemeClr val="tx1">
                  <a:lumMod val="6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IN" sz="2000" dirty="0"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Apply attention: </a:t>
            </a:r>
            <a:r>
              <a:rPr lang="en-IN" sz="2000" dirty="0" err="1"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A_g</a:t>
            </a:r>
            <a:r>
              <a:rPr lang="en-IN" sz="2000" dirty="0"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= </a:t>
            </a:r>
            <a:r>
              <a:rPr lang="en-IN" sz="2000" dirty="0" err="1"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softmax</a:t>
            </a:r>
            <a:r>
              <a:rPr lang="en-IN" sz="2000" dirty="0"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IN" sz="2000" dirty="0" err="1"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Q_g</a:t>
            </a:r>
            <a:r>
              <a:rPr lang="en-IN" sz="2000" dirty="0"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* </a:t>
            </a:r>
            <a:r>
              <a:rPr lang="en-IN" sz="2000" dirty="0" err="1"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K_g^T</a:t>
            </a:r>
            <a:r>
              <a:rPr lang="en-IN" sz="2000" dirty="0"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 * </a:t>
            </a:r>
            <a:r>
              <a:rPr lang="en-IN" sz="2000" dirty="0" err="1"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V_g</a:t>
            </a:r>
            <a:endParaRPr lang="en-IN" sz="2000" dirty="0">
              <a:solidFill>
                <a:schemeClr val="tx1">
                  <a:lumMod val="6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IN" sz="2000" dirty="0"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Concatenate outputs: Y = [A_1, A_2, ..., A_G]</a:t>
            </a:r>
          </a:p>
          <a:p>
            <a:r>
              <a:rPr lang="en-IN" sz="2000" dirty="0"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Output: Y</a:t>
            </a:r>
          </a:p>
        </p:txBody>
      </p:sp>
      <p:pic>
        <p:nvPicPr>
          <p:cNvPr id="3" name="Picture 2" descr="A black and red sign with white letters&#10;&#10;AI-generated content may be incorrect.">
            <a:extLst>
              <a:ext uri="{FF2B5EF4-FFF2-40B4-BE49-F238E27FC236}">
                <a16:creationId xmlns:a16="http://schemas.microsoft.com/office/drawing/2014/main" id="{D45C9D57-BBDF-6B91-170C-7872171C8F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323412"/>
            <a:ext cx="3169924" cy="45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4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E50A6-DA05-0A1B-95BF-7D6031B11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3078749" cy="970450"/>
          </a:xfrm>
        </p:spPr>
        <p:txBody>
          <a:bodyPr anchor="b">
            <a:normAutofit/>
          </a:bodyPr>
          <a:lstStyle/>
          <a:p>
            <a:r>
              <a:rPr lang="en-IN" sz="2800" dirty="0">
                <a:ln>
                  <a:solidFill>
                    <a:srgbClr val="404040">
                      <a:alpha val="10000"/>
                    </a:srgbClr>
                  </a:solidFill>
                </a:ln>
              </a:rPr>
              <a:t>Sandwich Layout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09F14A7-0F53-5BBB-979D-DD2E759AB8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1732449"/>
            <a:ext cx="3436979" cy="405875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buClr>
                <a:srgbClr val="AB717D"/>
              </a:buClr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</a:t>
            </a:r>
            <a:r>
              <a:rPr kumimoji="0" lang="en-US" altLang="en-US" b="0" i="0" u="none" strike="noStrike" cap="none" normalizeH="0" baseline="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marL="377100" lvl="1" indent="0" defTabSz="914400" eaLnBrk="0" fontAlgn="base" hangingPunct="0">
              <a:spcBef>
                <a:spcPct val="0"/>
              </a:spcBef>
              <a:buClr>
                <a:srgbClr val="AB717D"/>
              </a:buClr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Transformer block layout: FeedForward (FFN) → CGA → FFN. </a:t>
            </a:r>
          </a:p>
          <a:p>
            <a:pPr marL="377100" lvl="1" indent="0" defTabSz="914400" eaLnBrk="0" fontAlgn="base" hangingPunct="0">
              <a:spcBef>
                <a:spcPct val="0"/>
              </a:spcBef>
              <a:buClr>
                <a:srgbClr val="AB717D"/>
              </a:buClr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Combines channel mixing (FFN) with efficient attention (CGA). </a:t>
            </a:r>
          </a:p>
          <a:p>
            <a:pPr marL="0" indent="0" defTabSz="914400" eaLnBrk="0" fontAlgn="base" hangingPunct="0">
              <a:spcBef>
                <a:spcPct val="0"/>
              </a:spcBef>
              <a:buClr>
                <a:srgbClr val="AB717D"/>
              </a:buClr>
              <a:buSzTx/>
              <a:buFontTx/>
              <a:buChar char="•"/>
            </a:pPr>
            <a:r>
              <a:rPr kumimoji="0" lang="en-US" altLang="en-US" b="1" i="0" u="none" strike="noStrike" cap="none" normalizeH="0" baseline="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Advantages</a:t>
            </a:r>
            <a:r>
              <a:rPr kumimoji="0" lang="en-US" altLang="en-US" b="0" i="0" u="none" strike="noStrike" cap="none" normalizeH="0" baseline="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marL="377100" lvl="1" indent="0" defTabSz="914400" eaLnBrk="0" fontAlgn="base" hangingPunct="0">
              <a:spcBef>
                <a:spcPct val="0"/>
              </a:spcBef>
              <a:buClr>
                <a:srgbClr val="AB717D"/>
              </a:buClr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Reduces memory-bound operations. </a:t>
            </a:r>
          </a:p>
          <a:p>
            <a:pPr marL="377100" lvl="1" indent="0" defTabSz="914400" eaLnBrk="0" fontAlgn="base" hangingPunct="0">
              <a:spcBef>
                <a:spcPct val="0"/>
              </a:spcBef>
              <a:buClr>
                <a:srgbClr val="AB717D"/>
              </a:buClr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solidFill>
                    <a:srgbClr val="404040">
                      <a:alpha val="10000"/>
                    </a:srgbClr>
                  </a:solidFill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Improves efficiency without sacrificing performance.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>
                <a:srgbClr val="AB717D"/>
              </a:buClr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solidFill>
                  <a:srgbClr val="404040">
                    <a:alpha val="10000"/>
                  </a:srgbClr>
                </a:solidFill>
              </a:ln>
              <a:solidFill>
                <a:schemeClr val="tx1">
                  <a:lumMod val="6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01" name="Rectangle 4100">
            <a:extLst>
              <a:ext uri="{FF2B5EF4-FFF2-40B4-BE49-F238E27FC236}">
                <a16:creationId xmlns:a16="http://schemas.microsoft.com/office/drawing/2014/main" id="{0A22D114-11B7-46ED-94A9-18DC1C977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965196"/>
            <a:ext cx="6581364" cy="4781641"/>
          </a:xfrm>
          <a:prstGeom prst="rect">
            <a:avLst/>
          </a:prstGeom>
          <a:solidFill>
            <a:schemeClr val="tx1"/>
          </a:solidFill>
          <a:ln w="190500">
            <a:solidFill>
              <a:schemeClr val="tx1">
                <a:alpha val="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9" name="Picture 3" descr="Papers Explained 229: Efficient ViT | by Ritvik Rastogi | Medium">
            <a:extLst>
              <a:ext uri="{FF2B5EF4-FFF2-40B4-BE49-F238E27FC236}">
                <a16:creationId xmlns:a16="http://schemas.microsoft.com/office/drawing/2014/main" id="{6EB33FC9-F5F9-AF04-DD3D-AFBFDE6156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97" r="5926" b="3"/>
          <a:stretch/>
        </p:blipFill>
        <p:spPr bwMode="auto">
          <a:xfrm>
            <a:off x="5120640" y="1438360"/>
            <a:ext cx="5676236" cy="3835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black and red sign with white letters&#10;&#10;AI-generated content may be incorrect.">
            <a:extLst>
              <a:ext uri="{FF2B5EF4-FFF2-40B4-BE49-F238E27FC236}">
                <a16:creationId xmlns:a16="http://schemas.microsoft.com/office/drawing/2014/main" id="{A34DC304-FB3C-1F3C-882F-CAE892EC7D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323412"/>
            <a:ext cx="3169924" cy="45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324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C10C105-EEB5-43F7-AA95-5DDB920D7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48DC16-A6F8-A930-642F-71554063D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43" y="965201"/>
            <a:ext cx="3413156" cy="4562472"/>
          </a:xfrm>
        </p:spPr>
        <p:txBody>
          <a:bodyPr anchor="t">
            <a:normAutofit/>
          </a:bodyPr>
          <a:lstStyle/>
          <a:p>
            <a:r>
              <a:rPr lang="en-IN" sz="3600" dirty="0"/>
              <a:t>Implementation Details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4BF495F-706E-4740-8918-C1F52CEA9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4639056" y="2"/>
            <a:ext cx="7552944" cy="6857998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88BD035-0596-0EA5-AD24-1BDC393BD8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48943" y="965200"/>
            <a:ext cx="6118614" cy="456247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Components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marL="377100" lvl="1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PatchEmbedding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Converts images into patch tokens. </a:t>
            </a:r>
          </a:p>
          <a:p>
            <a:pPr marL="377100" lvl="1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FeedForward: Two-layer MLP with GELU activation. </a:t>
            </a:r>
          </a:p>
          <a:p>
            <a:pPr marL="377100" lvl="1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CascadedGroupAttention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Implements CGA mechanism. </a:t>
            </a:r>
          </a:p>
          <a:p>
            <a:pPr marL="377100" lvl="1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EfficientViTBlock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Integrates FFN and CGA in sandwich layout. 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Training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marL="377100" lvl="1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Dataset: CIFAR-100 (100 classes, 32x32 images) </a:t>
            </a:r>
          </a:p>
          <a:p>
            <a:pPr marL="377100" lvl="1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Hyperparameters: 50 epochs, Adam optimizer, learning rate 0.001. </a:t>
            </a:r>
          </a:p>
          <a:p>
            <a:pPr marL="377100" lvl="1" indent="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Techniques: Data augmentation (random crop, flip)</a:t>
            </a:r>
          </a:p>
        </p:txBody>
      </p:sp>
      <p:pic>
        <p:nvPicPr>
          <p:cNvPr id="3" name="Picture 2" descr="A black and red sign with white letters&#10;&#10;AI-generated content may be incorrect.">
            <a:extLst>
              <a:ext uri="{FF2B5EF4-FFF2-40B4-BE49-F238E27FC236}">
                <a16:creationId xmlns:a16="http://schemas.microsoft.com/office/drawing/2014/main" id="{D31A08E4-206A-B4B8-24F2-2C23AB2312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323412"/>
            <a:ext cx="3169924" cy="45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438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C10C105-EEB5-43F7-AA95-5DDB920D7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D719FB-55AE-18CD-8298-7FD51FB1E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43" y="965201"/>
            <a:ext cx="3413156" cy="4562472"/>
          </a:xfrm>
        </p:spPr>
        <p:txBody>
          <a:bodyPr anchor="t">
            <a:normAutofit/>
          </a:bodyPr>
          <a:lstStyle/>
          <a:p>
            <a:r>
              <a:rPr lang="en-IN" sz="3600" dirty="0"/>
              <a:t>Evaluation metrics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4BF495F-706E-4740-8918-C1F52CEA9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4639056" y="2"/>
            <a:ext cx="7552944" cy="6857998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FB3FA94D-FABF-4A3C-B5D5-AD70D8A338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48943" y="965200"/>
            <a:ext cx="6045083" cy="456247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Performance Metrics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marL="377100" lvl="1" indent="0" defTabSz="914400" eaLnBrk="0" fontAlgn="base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Accuracy: Top-1 and Top-5. </a:t>
            </a:r>
          </a:p>
          <a:p>
            <a:pPr marL="377100" lvl="1" indent="0" defTabSz="914400" eaLnBrk="0" fontAlgn="base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Precision, Recall, F1-score: Per-class analysis. </a:t>
            </a:r>
          </a:p>
          <a:p>
            <a:pPr marL="377100" lvl="1" indent="0" defTabSz="914400" eaLnBrk="0" fontAlgn="base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AUC: Macro-average and per-class.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Visualization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marL="377100" lvl="1" indent="0" defTabSz="914400" eaLnBrk="0" fontAlgn="base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Confusion Matrix: Heatmap of predictions. </a:t>
            </a:r>
          </a:p>
          <a:p>
            <a:pPr marL="377100" lvl="1" indent="0" defTabSz="914400" eaLnBrk="0" fontAlgn="base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Attention Maps: Visual insight into model focus.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Efficiency Metrics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marL="377100" lvl="1" indent="0" defTabSz="914400" eaLnBrk="0" fontAlgn="base" hangingPunct="0">
              <a:spcBef>
                <a:spcPct val="0"/>
              </a:spcBef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FPS (frames per second), FLOPs (floating-point operations), Parameter count.</a:t>
            </a:r>
          </a:p>
        </p:txBody>
      </p:sp>
      <p:pic>
        <p:nvPicPr>
          <p:cNvPr id="3" name="Picture 2" descr="A black and red sign with white letters&#10;&#10;AI-generated content may be incorrect.">
            <a:extLst>
              <a:ext uri="{FF2B5EF4-FFF2-40B4-BE49-F238E27FC236}">
                <a16:creationId xmlns:a16="http://schemas.microsoft.com/office/drawing/2014/main" id="{B5580B5E-9547-0CB3-9CEA-745884CC72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323412"/>
            <a:ext cx="3169924" cy="45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370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2C10C105-EEB5-43F7-AA95-5DDB920D7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6B7179-96EF-70C0-7249-F5D5232C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43" y="965201"/>
            <a:ext cx="3413156" cy="4562472"/>
          </a:xfrm>
        </p:spPr>
        <p:txBody>
          <a:bodyPr anchor="t">
            <a:normAutofit/>
          </a:bodyPr>
          <a:lstStyle/>
          <a:p>
            <a:r>
              <a:rPr lang="en-IN" sz="3600" dirty="0"/>
              <a:t>Results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4BF495F-706E-4740-8918-C1F52CEA9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4639056" y="2"/>
            <a:ext cx="7552944" cy="6857998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3A136C8-421E-2240-6E9A-D72893620E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99702" y="965200"/>
            <a:ext cx="6799007" cy="49046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Top-1 Accuracy: 49% on CIFAR-100.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Efficiency: Lower FLOPs and parameters compared to MobileNetV3.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Char char="•"/>
              <a:tabLst/>
            </a:pPr>
            <a:r>
              <a:rPr kumimoji="0" lang="en-US" altLang="en-US" b="1" i="0" strike="noStrike" cap="none" normalizeH="0" baseline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   Comparison </a:t>
            </a:r>
            <a:r>
              <a:rPr kumimoji="0" lang="en-US" altLang="en-US" b="1" i="0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with Paper</a:t>
            </a:r>
            <a:r>
              <a:rPr kumimoji="0" lang="en-US" altLang="en-US" b="0" i="0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 </a:t>
            </a:r>
          </a:p>
          <a:p>
            <a:pPr lvl="1" indent="-34290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Paper: 70.8% Top-1 on ImageNet (EfficientViT-M2). </a:t>
            </a:r>
          </a:p>
          <a:p>
            <a:pPr lvl="1" indent="-34290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Ours: Lower accuracy due to CIFAR-100 complexity and smaller model scale. </a:t>
            </a:r>
          </a:p>
          <a:p>
            <a:pPr marL="285750" indent="-28575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b="1" i="0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Discrepancies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 </a:t>
            </a:r>
          </a:p>
          <a:p>
            <a:pPr lvl="1" indent="-34290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Used LayerNorm (vs. BatchNorm) for simplicity. </a:t>
            </a:r>
          </a:p>
          <a:p>
            <a:pPr lvl="1" indent="-34290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Used GELU (vs. ReLU) for transformer compatibility. </a:t>
            </a:r>
          </a:p>
          <a:p>
            <a:pPr lvl="1" indent="-34290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q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Arial" panose="020B0604020202020204" pitchFamily="34" charset="0"/>
              </a:rPr>
              <a:t>Equal Q/K/V dimensions, FFN ratio of 4 (vs. paper’s optimized settings).</a:t>
            </a:r>
          </a:p>
        </p:txBody>
      </p:sp>
      <p:pic>
        <p:nvPicPr>
          <p:cNvPr id="3" name="Picture 2" descr="A black and red sign with white letters&#10;&#10;AI-generated content may be incorrect.">
            <a:extLst>
              <a:ext uri="{FF2B5EF4-FFF2-40B4-BE49-F238E27FC236}">
                <a16:creationId xmlns:a16="http://schemas.microsoft.com/office/drawing/2014/main" id="{11CC23C0-3394-B97C-70F9-F1A9861979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323412"/>
            <a:ext cx="3169924" cy="45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366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88D2-402C-364C-5419-B5B58D097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Classification</a:t>
            </a:r>
            <a:r>
              <a:rPr lang="en-US" dirty="0"/>
              <a:t> and efficiency metrics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2214D79-E62D-7447-26AB-1608AA3017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0511573"/>
              </p:ext>
            </p:extLst>
          </p:nvPr>
        </p:nvGraphicFramePr>
        <p:xfrm>
          <a:off x="6230863" y="2062168"/>
          <a:ext cx="5036694" cy="2855583"/>
        </p:xfrm>
        <a:graphic>
          <a:graphicData uri="http://schemas.openxmlformats.org/drawingml/2006/table">
            <a:tbl>
              <a:tblPr/>
              <a:tblGrid>
                <a:gridCol w="1678898">
                  <a:extLst>
                    <a:ext uri="{9D8B030D-6E8A-4147-A177-3AD203B41FA5}">
                      <a16:colId xmlns:a16="http://schemas.microsoft.com/office/drawing/2014/main" val="3193194213"/>
                    </a:ext>
                  </a:extLst>
                </a:gridCol>
                <a:gridCol w="1678898">
                  <a:extLst>
                    <a:ext uri="{9D8B030D-6E8A-4147-A177-3AD203B41FA5}">
                      <a16:colId xmlns:a16="http://schemas.microsoft.com/office/drawing/2014/main" val="2619010193"/>
                    </a:ext>
                  </a:extLst>
                </a:gridCol>
                <a:gridCol w="1678898">
                  <a:extLst>
                    <a:ext uri="{9D8B030D-6E8A-4147-A177-3AD203B41FA5}">
                      <a16:colId xmlns:a16="http://schemas.microsoft.com/office/drawing/2014/main" val="422675132"/>
                    </a:ext>
                  </a:extLst>
                </a:gridCol>
              </a:tblGrid>
              <a:tr h="578087">
                <a:tc>
                  <a:txBody>
                    <a:bodyPr/>
                    <a:lstStyle/>
                    <a:p>
                      <a:r>
                        <a:rPr lang="en-IN" sz="2000" b="0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EfficientViT-M2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MobileNetV3-Large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823051"/>
                  </a:ext>
                </a:extLst>
              </a:tr>
              <a:tr h="484501">
                <a:tc>
                  <a:txBody>
                    <a:bodyPr/>
                    <a:lstStyle/>
                    <a:p>
                      <a:r>
                        <a:rPr lang="en-IN" sz="2000" b="0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FLOPs (M)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201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217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7122747"/>
                  </a:ext>
                </a:extLst>
              </a:tr>
              <a:tr h="484501">
                <a:tc>
                  <a:txBody>
                    <a:bodyPr/>
                    <a:lstStyle/>
                    <a:p>
                      <a:r>
                        <a:rPr lang="en-IN" sz="2000" b="0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Parameters (M)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4.2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5.4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4601756"/>
                  </a:ext>
                </a:extLst>
              </a:tr>
              <a:tr h="484501"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FPS (GPU)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18,218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7,560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2961159"/>
                  </a:ext>
                </a:extLst>
              </a:tr>
              <a:tr h="484501"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FPS (CPU)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121.2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n-lt"/>
                        </a:rPr>
                        <a:t>39.1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537072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FEA4FC9E-EF69-F065-38A4-42D83B080F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1372792"/>
              </p:ext>
            </p:extLst>
          </p:nvPr>
        </p:nvGraphicFramePr>
        <p:xfrm>
          <a:off x="632814" y="2002927"/>
          <a:ext cx="5328323" cy="3147516"/>
        </p:xfrm>
        <a:graphic>
          <a:graphicData uri="http://schemas.openxmlformats.org/drawingml/2006/table">
            <a:tbl>
              <a:tblPr firstRow="1" bandRow="1"/>
              <a:tblGrid>
                <a:gridCol w="1278165">
                  <a:extLst>
                    <a:ext uri="{9D8B030D-6E8A-4147-A177-3AD203B41FA5}">
                      <a16:colId xmlns:a16="http://schemas.microsoft.com/office/drawing/2014/main" val="1632137631"/>
                    </a:ext>
                  </a:extLst>
                </a:gridCol>
                <a:gridCol w="1180263">
                  <a:extLst>
                    <a:ext uri="{9D8B030D-6E8A-4147-A177-3AD203B41FA5}">
                      <a16:colId xmlns:a16="http://schemas.microsoft.com/office/drawing/2014/main" val="2584615644"/>
                    </a:ext>
                  </a:extLst>
                </a:gridCol>
                <a:gridCol w="968998">
                  <a:extLst>
                    <a:ext uri="{9D8B030D-6E8A-4147-A177-3AD203B41FA5}">
                      <a16:colId xmlns:a16="http://schemas.microsoft.com/office/drawing/2014/main" val="4265923331"/>
                    </a:ext>
                  </a:extLst>
                </a:gridCol>
                <a:gridCol w="905104">
                  <a:extLst>
                    <a:ext uri="{9D8B030D-6E8A-4147-A177-3AD203B41FA5}">
                      <a16:colId xmlns:a16="http://schemas.microsoft.com/office/drawing/2014/main" val="3672329775"/>
                    </a:ext>
                  </a:extLst>
                </a:gridCol>
                <a:gridCol w="995793">
                  <a:extLst>
                    <a:ext uri="{9D8B030D-6E8A-4147-A177-3AD203B41FA5}">
                      <a16:colId xmlns:a16="http://schemas.microsoft.com/office/drawing/2014/main" val="1845836246"/>
                    </a:ext>
                  </a:extLst>
                </a:gridCol>
              </a:tblGrid>
              <a:tr h="583957"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Class</a:t>
                      </a:r>
                      <a:endParaRPr lang="en-IN" sz="2000" dirty="0">
                        <a:solidFill>
                          <a:schemeClr val="tx1">
                            <a:lumMod val="65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67387" marR="67387" marT="33693" marB="336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Precision</a:t>
                      </a:r>
                      <a:endParaRPr lang="en-IN" sz="2000">
                        <a:solidFill>
                          <a:schemeClr val="tx1">
                            <a:lumMod val="65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67387" marR="67387" marT="33693" marB="336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Recall</a:t>
                      </a:r>
                      <a:endParaRPr lang="en-IN" sz="2000" dirty="0">
                        <a:solidFill>
                          <a:schemeClr val="tx1">
                            <a:lumMod val="65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67387" marR="67387" marT="33693" marB="336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F1-score</a:t>
                      </a:r>
                      <a:endParaRPr lang="en-IN" sz="2000">
                        <a:solidFill>
                          <a:schemeClr val="tx1">
                            <a:lumMod val="65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67387" marR="67387" marT="33693" marB="336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AUC</a:t>
                      </a:r>
                      <a:endParaRPr lang="en-IN" sz="2000">
                        <a:solidFill>
                          <a:schemeClr val="tx1">
                            <a:lumMod val="65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67387" marR="67387" marT="33693" marB="336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508674"/>
                  </a:ext>
                </a:extLst>
              </a:tr>
              <a:tr h="341602">
                <a:tc>
                  <a:txBody>
                    <a:bodyPr/>
                    <a:lstStyle/>
                    <a:p>
                      <a:r>
                        <a:rPr lang="en-IN" sz="2000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Apple</a:t>
                      </a:r>
                    </a:p>
                  </a:txBody>
                  <a:tcPr marL="67387" marR="67387" marT="33693" marB="336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0.73</a:t>
                      </a:r>
                    </a:p>
                  </a:txBody>
                  <a:tcPr marL="67387" marR="67387" marT="33693" marB="336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0.77</a:t>
                      </a:r>
                    </a:p>
                  </a:txBody>
                  <a:tcPr marL="67387" marR="67387" marT="33693" marB="336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0.75</a:t>
                      </a:r>
                    </a:p>
                  </a:txBody>
                  <a:tcPr marL="67387" marR="67387" marT="33693" marB="336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0.9943</a:t>
                      </a:r>
                    </a:p>
                  </a:txBody>
                  <a:tcPr marL="67387" marR="67387" marT="33693" marB="336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3065239"/>
                  </a:ext>
                </a:extLst>
              </a:tr>
              <a:tr h="583957">
                <a:tc>
                  <a:txBody>
                    <a:bodyPr/>
                    <a:lstStyle/>
                    <a:p>
                      <a:r>
                        <a:rPr lang="en-IN" sz="2000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Aquarium Fish</a:t>
                      </a:r>
                    </a:p>
                  </a:txBody>
                  <a:tcPr marL="67387" marR="67387" marT="33693" marB="336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0.46</a:t>
                      </a:r>
                    </a:p>
                  </a:txBody>
                  <a:tcPr marL="67387" marR="67387" marT="33693" marB="336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0.69</a:t>
                      </a:r>
                    </a:p>
                  </a:txBody>
                  <a:tcPr marL="67387" marR="67387" marT="33693" marB="336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0.55</a:t>
                      </a:r>
                    </a:p>
                  </a:txBody>
                  <a:tcPr marL="67387" marR="67387" marT="33693" marB="336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0.9863</a:t>
                      </a:r>
                    </a:p>
                  </a:txBody>
                  <a:tcPr marL="67387" marR="67387" marT="33693" marB="336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5455582"/>
                  </a:ext>
                </a:extLst>
              </a:tr>
              <a:tr h="341602">
                <a:tc>
                  <a:txBody>
                    <a:bodyPr/>
                    <a:lstStyle/>
                    <a:p>
                      <a:r>
                        <a:rPr lang="en-IN" sz="2000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Baby</a:t>
                      </a:r>
                    </a:p>
                  </a:txBody>
                  <a:tcPr marL="67387" marR="67387" marT="33693" marB="336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0.51</a:t>
                      </a:r>
                    </a:p>
                  </a:txBody>
                  <a:tcPr marL="67387" marR="67387" marT="33693" marB="336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0.47</a:t>
                      </a:r>
                    </a:p>
                  </a:txBody>
                  <a:tcPr marL="67387" marR="67387" marT="33693" marB="336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0.49</a:t>
                      </a:r>
                    </a:p>
                  </a:txBody>
                  <a:tcPr marL="67387" marR="67387" marT="33693" marB="336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0.9752</a:t>
                      </a:r>
                    </a:p>
                  </a:txBody>
                  <a:tcPr marL="67387" marR="67387" marT="33693" marB="336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6153740"/>
                  </a:ext>
                </a:extLst>
              </a:tr>
              <a:tr h="341602">
                <a:tc>
                  <a:txBody>
                    <a:bodyPr/>
                    <a:lstStyle/>
                    <a:p>
                      <a:r>
                        <a:rPr lang="en-IN" sz="2000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Bear</a:t>
                      </a:r>
                    </a:p>
                  </a:txBody>
                  <a:tcPr marL="67387" marR="67387" marT="33693" marB="336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0.25</a:t>
                      </a:r>
                    </a:p>
                  </a:txBody>
                  <a:tcPr marL="67387" marR="67387" marT="33693" marB="336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0.42</a:t>
                      </a:r>
                    </a:p>
                  </a:txBody>
                  <a:tcPr marL="67387" marR="67387" marT="33693" marB="336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0.31</a:t>
                      </a:r>
                    </a:p>
                  </a:txBody>
                  <a:tcPr marL="67387" marR="67387" marT="33693" marB="336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0.9613</a:t>
                      </a:r>
                    </a:p>
                  </a:txBody>
                  <a:tcPr marL="67387" marR="67387" marT="33693" marB="336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574108"/>
                  </a:ext>
                </a:extLst>
              </a:tr>
              <a:tr h="583957">
                <a:tc>
                  <a:txBody>
                    <a:bodyPr/>
                    <a:lstStyle/>
                    <a:p>
                      <a:r>
                        <a:rPr lang="en-IN" sz="2000" b="1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Macro Avg</a:t>
                      </a:r>
                      <a:endParaRPr lang="en-IN" sz="2000">
                        <a:solidFill>
                          <a:schemeClr val="tx1">
                            <a:lumMod val="65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 marL="67387" marR="67387" marT="33693" marB="336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0.50</a:t>
                      </a:r>
                    </a:p>
                  </a:txBody>
                  <a:tcPr marL="67387" marR="67387" marT="33693" marB="336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0.49</a:t>
                      </a:r>
                    </a:p>
                  </a:txBody>
                  <a:tcPr marL="67387" marR="67387" marT="33693" marB="336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0.49</a:t>
                      </a:r>
                    </a:p>
                  </a:txBody>
                  <a:tcPr marL="67387" marR="67387" marT="33693" marB="336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solidFill>
                            <a:schemeClr val="tx1">
                              <a:lumMod val="6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-</a:t>
                      </a:r>
                    </a:p>
                  </a:txBody>
                  <a:tcPr marL="67387" marR="67387" marT="33693" marB="3369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703703"/>
                  </a:ext>
                </a:extLst>
              </a:tr>
            </a:tbl>
          </a:graphicData>
        </a:graphic>
      </p:graphicFrame>
      <p:pic>
        <p:nvPicPr>
          <p:cNvPr id="3" name="Picture 2" descr="A black and red sign with white letters&#10;&#10;AI-generated content may be incorrect.">
            <a:extLst>
              <a:ext uri="{FF2B5EF4-FFF2-40B4-BE49-F238E27FC236}">
                <a16:creationId xmlns:a16="http://schemas.microsoft.com/office/drawing/2014/main" id="{33A8309F-E10B-959E-8EEC-3C663D36AA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323412"/>
            <a:ext cx="3169924" cy="45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043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1E94671-B906-5108-D74E-7ED0F30EC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507" y="500798"/>
            <a:ext cx="7430021" cy="3139184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A313632-D83D-4EAA-FDA2-A1B5BFDA01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95" y="3847337"/>
            <a:ext cx="7087047" cy="23918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C926D95-0CF5-55B4-6608-4FEB523B76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8482" y="2563342"/>
            <a:ext cx="3873466" cy="3922499"/>
          </a:xfrm>
          <a:prstGeom prst="rect">
            <a:avLst/>
          </a:prstGeom>
        </p:spPr>
      </p:pic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59D4C6A-5240-9AC4-E92C-87DC8FB4F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3122" y="372159"/>
            <a:ext cx="3043639" cy="172211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Results</a:t>
            </a:r>
          </a:p>
          <a:p>
            <a:pPr lvl="1"/>
            <a:r>
              <a:rPr lang="en-US" dirty="0"/>
              <a:t>Confusion matrix</a:t>
            </a:r>
          </a:p>
          <a:p>
            <a:pPr lvl="1"/>
            <a:r>
              <a:rPr lang="en-US" dirty="0"/>
              <a:t>Attention map</a:t>
            </a:r>
          </a:p>
          <a:p>
            <a:pPr lvl="1"/>
            <a:r>
              <a:rPr lang="en-US" dirty="0"/>
              <a:t>AUC curve</a:t>
            </a:r>
          </a:p>
        </p:txBody>
      </p:sp>
      <p:pic>
        <p:nvPicPr>
          <p:cNvPr id="2" name="Picture 1" descr="A black and red sign with white letters&#10;&#10;AI-generated content may be incorrect.">
            <a:extLst>
              <a:ext uri="{FF2B5EF4-FFF2-40B4-BE49-F238E27FC236}">
                <a16:creationId xmlns:a16="http://schemas.microsoft.com/office/drawing/2014/main" id="{70A1182F-4CBD-9E07-0139-5AB59E6F4A1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323412"/>
            <a:ext cx="3169924" cy="45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410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C10C105-EEB5-43F7-AA95-5DDB920D7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6DDC6E-F20D-849D-D886-490CA4E10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43" y="965201"/>
            <a:ext cx="3413156" cy="4562472"/>
          </a:xfrm>
        </p:spPr>
        <p:txBody>
          <a:bodyPr anchor="t">
            <a:normAutofit/>
          </a:bodyPr>
          <a:lstStyle/>
          <a:p>
            <a:r>
              <a:rPr lang="en-US" sz="3600" dirty="0"/>
              <a:t>Challenges</a:t>
            </a:r>
            <a:endParaRPr lang="en-IN" sz="36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4BF495F-706E-4740-8918-C1F52CEA9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4639056" y="2"/>
            <a:ext cx="7552944" cy="685799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C0F4C-A894-9B19-BC44-5D6706634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943" y="965200"/>
            <a:ext cx="5941844" cy="4712929"/>
          </a:xfrm>
        </p:spPr>
        <p:txBody>
          <a:bodyPr>
            <a:normAutofit/>
          </a:bodyPr>
          <a:lstStyle/>
          <a:p>
            <a:pPr rtl="0">
              <a:buFont typeface="Arial" panose="020B0604020202020204" pitchFamily="34" charset="0"/>
              <a:buChar char="•"/>
            </a:pPr>
            <a:r>
              <a:rPr lang="en-US" dirty="0"/>
              <a:t>Technical Challenges</a:t>
            </a:r>
          </a:p>
          <a:p>
            <a:pPr marL="414000" lvl="1" indent="0">
              <a:buNone/>
            </a:pPr>
            <a:r>
              <a:rPr lang="en-US" dirty="0"/>
              <a:t>- CGA implementation</a:t>
            </a:r>
            <a:br>
              <a:rPr lang="en-US" dirty="0"/>
            </a:br>
            <a:r>
              <a:rPr lang="en-US" dirty="0"/>
              <a:t>- Efficiency optimization</a:t>
            </a:r>
            <a:br>
              <a:rPr lang="en-US" dirty="0"/>
            </a:br>
            <a:r>
              <a:rPr lang="en-US" dirty="0"/>
              <a:t>- Dataset handling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dirty="0"/>
              <a:t>Limitation</a:t>
            </a:r>
            <a:r>
              <a:rPr lang="en-IN" dirty="0"/>
              <a:t>s</a:t>
            </a:r>
          </a:p>
          <a:p>
            <a:pPr marL="414000" lvl="1" indent="0">
              <a:buNone/>
            </a:pPr>
            <a:r>
              <a:rPr lang="en-US" dirty="0"/>
              <a:t>- Lower CIFAR-100 accuracy</a:t>
            </a:r>
            <a:br>
              <a:rPr lang="en-US" dirty="0"/>
            </a:br>
            <a:r>
              <a:rPr lang="en-US" dirty="0"/>
              <a:t>- Suboptimal normalization/activation</a:t>
            </a:r>
            <a:br>
              <a:rPr lang="en-US" dirty="0"/>
            </a:br>
            <a:r>
              <a:rPr lang="en-US" dirty="0"/>
              <a:t>- Non-optimized parameters</a:t>
            </a:r>
          </a:p>
        </p:txBody>
      </p:sp>
      <p:pic>
        <p:nvPicPr>
          <p:cNvPr id="4" name="Picture 3" descr="A black and red sign with white letters&#10;&#10;AI-generated content may be incorrect.">
            <a:extLst>
              <a:ext uri="{FF2B5EF4-FFF2-40B4-BE49-F238E27FC236}">
                <a16:creationId xmlns:a16="http://schemas.microsoft.com/office/drawing/2014/main" id="{1976E9AD-C8CA-690F-A42F-22C755A800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323412"/>
            <a:ext cx="3169924" cy="45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784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C10C105-EEB5-43F7-AA95-5DDB920D7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EFF694-5C11-F9A8-0F02-67E9148BB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43" y="965201"/>
            <a:ext cx="3413156" cy="4562472"/>
          </a:xfrm>
        </p:spPr>
        <p:txBody>
          <a:bodyPr anchor="t">
            <a:normAutofit/>
          </a:bodyPr>
          <a:lstStyle/>
          <a:p>
            <a:r>
              <a:rPr lang="en-IN" sz="3600" dirty="0"/>
              <a:t>Conclusion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4BF495F-706E-4740-8918-C1F52CEA9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4639056" y="2"/>
            <a:ext cx="7552944" cy="6857998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03CBA9E7-542C-79F1-0014-3A1C35562B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48943" y="965200"/>
            <a:ext cx="6118614" cy="4562473"/>
          </a:xfrm>
          <a:prstGeom prst="rect">
            <a:avLst/>
          </a:prstGeom>
          <a:effectLst>
            <a:outerShdw dist="35921" dir="2700000" algn="ctr" rotWithShape="0">
              <a:schemeClr val="bg2">
                <a:alpha val="3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marR="0" lvl="0" indent="-34290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i="0" strike="noStrike" cap="none" normalizeH="0" baseline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indent="-34290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i="0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Successfully implemented EfficientViT with CGA and sandwich layout. </a:t>
            </a:r>
          </a:p>
          <a:p>
            <a:pPr indent="-34290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i="0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Achieved reasonable performance on CIFAR-100 with reduced resource usage. </a:t>
            </a:r>
          </a:p>
          <a:p>
            <a:pPr indent="-34290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i="0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EfficientViT balances accuracy and efficiency for practical deployment.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None/>
              <a:tabLst/>
            </a:pPr>
            <a:endParaRPr kumimoji="0" lang="en-US" altLang="en-US" i="0" strike="noStrike" cap="none" normalizeH="0" baseline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R="0" lvl="0" indent="-34290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i="0" strike="noStrike" cap="none" normalizeH="0" baseline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R="0" lvl="0" indent="-34290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Future </a:t>
            </a:r>
            <a:r>
              <a:rPr lang="en-US" altLang="en-US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Scope</a:t>
            </a:r>
            <a:endParaRPr kumimoji="0" lang="en-US" altLang="en-US" i="0" strike="noStrike" cap="none" normalizeH="0" baseline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34300" lvl="1" indent="-45720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i="0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Experiment with BatchNorm and ReLU. </a:t>
            </a:r>
          </a:p>
          <a:p>
            <a:pPr marL="834300" lvl="1" indent="-45720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i="0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Optimize Q/K/V dimensions and FFN ratio per the paper. </a:t>
            </a:r>
          </a:p>
          <a:p>
            <a:pPr marL="834300" lvl="1" indent="-457200" defTabSz="914400" eaLnBrk="0" fontAlgn="base" hangingPunct="0">
              <a:lnSpc>
                <a:spcPct val="9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i="0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Test on larger datasets like ImageNet.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pic>
        <p:nvPicPr>
          <p:cNvPr id="3" name="Picture 2" descr="A black and red sign with white letters&#10;&#10;AI-generated content may be incorrect.">
            <a:extLst>
              <a:ext uri="{FF2B5EF4-FFF2-40B4-BE49-F238E27FC236}">
                <a16:creationId xmlns:a16="http://schemas.microsoft.com/office/drawing/2014/main" id="{B868CBD3-0BB4-7596-7D69-284C6E46CE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323412"/>
            <a:ext cx="3169924" cy="45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3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C10C105-EEB5-43F7-AA95-5DDB920D7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F8EABB-D7F7-3642-6CDD-123B2A3A1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43" y="965201"/>
            <a:ext cx="3413156" cy="4562472"/>
          </a:xfrm>
        </p:spPr>
        <p:txBody>
          <a:bodyPr anchor="t">
            <a:normAutofit/>
          </a:bodyPr>
          <a:lstStyle/>
          <a:p>
            <a:r>
              <a:rPr lang="en-IN" sz="3600" dirty="0"/>
              <a:t>References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4BF495F-706E-4740-8918-C1F52CEA9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4" r="2807" b="1446"/>
          <a:stretch/>
        </p:blipFill>
        <p:spPr>
          <a:xfrm>
            <a:off x="4639056" y="2"/>
            <a:ext cx="7552944" cy="685799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3FF33-FF03-687A-381A-72B296E518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943" y="965200"/>
            <a:ext cx="6118614" cy="4562473"/>
          </a:xfrm>
        </p:spPr>
        <p:txBody>
          <a:bodyPr>
            <a:normAutofit/>
          </a:bodyPr>
          <a:lstStyle/>
          <a:p>
            <a:pPr rtl="0">
              <a:buFont typeface="Arial" panose="020B0604020202020204" pitchFamily="34" charset="0"/>
              <a:buChar char="•"/>
            </a:pPr>
            <a:r>
              <a:rPr lang="en-IN" dirty="0"/>
              <a:t>Liu, X., et al. (2023). "EfficientViT: Memory Efficient Vision Transformer with Cascaded Group Attention." </a:t>
            </a:r>
            <a:r>
              <a:rPr lang="en-IN" i="1" dirty="0"/>
              <a:t>CVPR</a:t>
            </a:r>
            <a:r>
              <a:rPr lang="en-IN" dirty="0"/>
              <a:t>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/>
              <a:t>Dosovitskiy, A., et al. (2021). "An Image is Worth 16x16 Words." </a:t>
            </a:r>
            <a:r>
              <a:rPr lang="en-IN" i="1" dirty="0"/>
              <a:t>arXiv</a:t>
            </a:r>
            <a:r>
              <a:rPr lang="en-IN" dirty="0"/>
              <a:t>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IN" dirty="0"/>
              <a:t>Krizhevsky, A., et al. (2009). "Learning Multiple Layers of Features from Tiny Images."</a:t>
            </a:r>
          </a:p>
        </p:txBody>
      </p:sp>
      <p:pic>
        <p:nvPicPr>
          <p:cNvPr id="4" name="Picture 3" descr="A black and red sign with white letters&#10;&#10;AI-generated content may be incorrect.">
            <a:extLst>
              <a:ext uri="{FF2B5EF4-FFF2-40B4-BE49-F238E27FC236}">
                <a16:creationId xmlns:a16="http://schemas.microsoft.com/office/drawing/2014/main" id="{B0C4EE9D-0245-25A3-B398-FD599FE9AD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323412"/>
            <a:ext cx="3169924" cy="45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759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976BAAA-75A1-48AA-B7DE-B6B80709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65A5F259-CDF7-4A15-A66C-A9939D23E3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2"/>
            <a:ext cx="8386486" cy="6858002"/>
          </a:xfrm>
          <a:custGeom>
            <a:avLst/>
            <a:gdLst>
              <a:gd name="connsiteX0" fmla="*/ 0 w 6088489"/>
              <a:gd name="connsiteY0" fmla="*/ 0 h 6858002"/>
              <a:gd name="connsiteX1" fmla="*/ 3563332 w 6088489"/>
              <a:gd name="connsiteY1" fmla="*/ 0 h 6858002"/>
              <a:gd name="connsiteX2" fmla="*/ 3563332 w 6088489"/>
              <a:gd name="connsiteY2" fmla="*/ 3 h 6858002"/>
              <a:gd name="connsiteX3" fmla="*/ 5842099 w 6088489"/>
              <a:gd name="connsiteY3" fmla="*/ 3 h 6858002"/>
              <a:gd name="connsiteX4" fmla="*/ 5842099 w 6088489"/>
              <a:gd name="connsiteY4" fmla="*/ 4 h 6858002"/>
              <a:gd name="connsiteX5" fmla="*/ 5835346 w 6088489"/>
              <a:gd name="connsiteY5" fmla="*/ 4 h 6858002"/>
              <a:gd name="connsiteX6" fmla="*/ 5841229 w 6088489"/>
              <a:gd name="connsiteY6" fmla="*/ 40466 h 6858002"/>
              <a:gd name="connsiteX7" fmla="*/ 5858543 w 6088489"/>
              <a:gd name="connsiteY7" fmla="*/ 159110 h 6858002"/>
              <a:gd name="connsiteX8" fmla="*/ 5870645 w 6088489"/>
              <a:gd name="connsiteY8" fmla="*/ 245521 h 6858002"/>
              <a:gd name="connsiteX9" fmla="*/ 5883420 w 6088489"/>
              <a:gd name="connsiteY9" fmla="*/ 348391 h 6858002"/>
              <a:gd name="connsiteX10" fmla="*/ 5898716 w 6088489"/>
              <a:gd name="connsiteY10" fmla="*/ 470463 h 6858002"/>
              <a:gd name="connsiteX11" fmla="*/ 5914853 w 6088489"/>
              <a:gd name="connsiteY11" fmla="*/ 605566 h 6858002"/>
              <a:gd name="connsiteX12" fmla="*/ 5931830 w 6088489"/>
              <a:gd name="connsiteY12" fmla="*/ 757813 h 6858002"/>
              <a:gd name="connsiteX13" fmla="*/ 5949815 w 6088489"/>
              <a:gd name="connsiteY13" fmla="*/ 923777 h 6858002"/>
              <a:gd name="connsiteX14" fmla="*/ 5967801 w 6088489"/>
              <a:gd name="connsiteY14" fmla="*/ 1104142 h 6858002"/>
              <a:gd name="connsiteX15" fmla="*/ 5986122 w 6088489"/>
              <a:gd name="connsiteY15" fmla="*/ 1296166 h 6858002"/>
              <a:gd name="connsiteX16" fmla="*/ 6003099 w 6088489"/>
              <a:gd name="connsiteY16" fmla="*/ 1503278 h 6858002"/>
              <a:gd name="connsiteX17" fmla="*/ 6019404 w 6088489"/>
              <a:gd name="connsiteY17" fmla="*/ 1719991 h 6858002"/>
              <a:gd name="connsiteX18" fmla="*/ 6034196 w 6088489"/>
              <a:gd name="connsiteY18" fmla="*/ 1949048 h 6858002"/>
              <a:gd name="connsiteX19" fmla="*/ 6048315 w 6088489"/>
              <a:gd name="connsiteY19" fmla="*/ 2187706 h 6858002"/>
              <a:gd name="connsiteX20" fmla="*/ 6061595 w 6088489"/>
              <a:gd name="connsiteY20" fmla="*/ 2436652 h 6858002"/>
              <a:gd name="connsiteX21" fmla="*/ 6066301 w 6088489"/>
              <a:gd name="connsiteY21" fmla="*/ 2564211 h 6858002"/>
              <a:gd name="connsiteX22" fmla="*/ 6071512 w 6088489"/>
              <a:gd name="connsiteY22" fmla="*/ 2694512 h 6858002"/>
              <a:gd name="connsiteX23" fmla="*/ 6076386 w 6088489"/>
              <a:gd name="connsiteY23" fmla="*/ 2826871 h 6858002"/>
              <a:gd name="connsiteX24" fmla="*/ 6079580 w 6088489"/>
              <a:gd name="connsiteY24" fmla="*/ 2959917 h 6858002"/>
              <a:gd name="connsiteX25" fmla="*/ 6082438 w 6088489"/>
              <a:gd name="connsiteY25" fmla="*/ 3095705 h 6858002"/>
              <a:gd name="connsiteX26" fmla="*/ 6085463 w 6088489"/>
              <a:gd name="connsiteY26" fmla="*/ 3232865 h 6858002"/>
              <a:gd name="connsiteX27" fmla="*/ 6087480 w 6088489"/>
              <a:gd name="connsiteY27" fmla="*/ 3372768 h 6858002"/>
              <a:gd name="connsiteX28" fmla="*/ 6087480 w 6088489"/>
              <a:gd name="connsiteY28" fmla="*/ 3514043 h 6858002"/>
              <a:gd name="connsiteX29" fmla="*/ 6088489 w 6088489"/>
              <a:gd name="connsiteY29" fmla="*/ 3656689 h 6858002"/>
              <a:gd name="connsiteX30" fmla="*/ 6087480 w 6088489"/>
              <a:gd name="connsiteY30" fmla="*/ 3800707 h 6858002"/>
              <a:gd name="connsiteX31" fmla="*/ 6085463 w 6088489"/>
              <a:gd name="connsiteY31" fmla="*/ 3946783 h 6858002"/>
              <a:gd name="connsiteX32" fmla="*/ 6083614 w 6088489"/>
              <a:gd name="connsiteY32" fmla="*/ 4092858 h 6858002"/>
              <a:gd name="connsiteX33" fmla="*/ 6079580 w 6088489"/>
              <a:gd name="connsiteY33" fmla="*/ 4240991 h 6858002"/>
              <a:gd name="connsiteX34" fmla="*/ 6075378 w 6088489"/>
              <a:gd name="connsiteY34" fmla="*/ 4390495 h 6858002"/>
              <a:gd name="connsiteX35" fmla="*/ 6070503 w 6088489"/>
              <a:gd name="connsiteY35" fmla="*/ 4540000 h 6858002"/>
              <a:gd name="connsiteX36" fmla="*/ 6063612 w 6088489"/>
              <a:gd name="connsiteY36" fmla="*/ 4690876 h 6858002"/>
              <a:gd name="connsiteX37" fmla="*/ 6055375 w 6088489"/>
              <a:gd name="connsiteY37" fmla="*/ 4843123 h 6858002"/>
              <a:gd name="connsiteX38" fmla="*/ 6047475 w 6088489"/>
              <a:gd name="connsiteY38" fmla="*/ 4996057 h 6858002"/>
              <a:gd name="connsiteX39" fmla="*/ 6037390 w 6088489"/>
              <a:gd name="connsiteY39" fmla="*/ 5148990 h 6858002"/>
              <a:gd name="connsiteX40" fmla="*/ 6025287 w 6088489"/>
              <a:gd name="connsiteY40" fmla="*/ 5303981 h 6858002"/>
              <a:gd name="connsiteX41" fmla="*/ 6013185 w 6088489"/>
              <a:gd name="connsiteY41" fmla="*/ 5456914 h 6858002"/>
              <a:gd name="connsiteX42" fmla="*/ 5999233 w 6088489"/>
              <a:gd name="connsiteY42" fmla="*/ 5612591 h 6858002"/>
              <a:gd name="connsiteX43" fmla="*/ 5983937 w 6088489"/>
              <a:gd name="connsiteY43" fmla="*/ 5768953 h 6858002"/>
              <a:gd name="connsiteX44" fmla="*/ 5967801 w 6088489"/>
              <a:gd name="connsiteY44" fmla="*/ 5923258 h 6858002"/>
              <a:gd name="connsiteX45" fmla="*/ 5948975 w 6088489"/>
              <a:gd name="connsiteY45" fmla="*/ 6079621 h 6858002"/>
              <a:gd name="connsiteX46" fmla="*/ 5928804 w 6088489"/>
              <a:gd name="connsiteY46" fmla="*/ 6235297 h 6858002"/>
              <a:gd name="connsiteX47" fmla="*/ 5908801 w 6088489"/>
              <a:gd name="connsiteY47" fmla="*/ 6391660 h 6858002"/>
              <a:gd name="connsiteX48" fmla="*/ 5885437 w 6088489"/>
              <a:gd name="connsiteY48" fmla="*/ 6547336 h 6858002"/>
              <a:gd name="connsiteX49" fmla="*/ 5861568 w 6088489"/>
              <a:gd name="connsiteY49" fmla="*/ 6702327 h 6858002"/>
              <a:gd name="connsiteX50" fmla="*/ 5836524 w 6088489"/>
              <a:gd name="connsiteY50" fmla="*/ 6858002 h 6858002"/>
              <a:gd name="connsiteX51" fmla="*/ 3563332 w 6088489"/>
              <a:gd name="connsiteY51" fmla="*/ 6858002 h 6858002"/>
              <a:gd name="connsiteX52" fmla="*/ 1223490 w 6088489"/>
              <a:gd name="connsiteY52" fmla="*/ 6858002 h 6858002"/>
              <a:gd name="connsiteX53" fmla="*/ 0 w 6088489"/>
              <a:gd name="connsiteY53" fmla="*/ 6858002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6088489" h="6858002">
                <a:moveTo>
                  <a:pt x="0" y="0"/>
                </a:moveTo>
                <a:lnTo>
                  <a:pt x="3563332" y="0"/>
                </a:lnTo>
                <a:lnTo>
                  <a:pt x="3563332" y="3"/>
                </a:lnTo>
                <a:lnTo>
                  <a:pt x="5842099" y="3"/>
                </a:lnTo>
                <a:lnTo>
                  <a:pt x="5842099" y="4"/>
                </a:lnTo>
                <a:lnTo>
                  <a:pt x="5835346" y="4"/>
                </a:lnTo>
                <a:lnTo>
                  <a:pt x="5841229" y="40466"/>
                </a:lnTo>
                <a:lnTo>
                  <a:pt x="5858543" y="159110"/>
                </a:lnTo>
                <a:lnTo>
                  <a:pt x="5870645" y="245521"/>
                </a:lnTo>
                <a:lnTo>
                  <a:pt x="5883420" y="348391"/>
                </a:lnTo>
                <a:lnTo>
                  <a:pt x="5898716" y="470463"/>
                </a:lnTo>
                <a:lnTo>
                  <a:pt x="5914853" y="605566"/>
                </a:lnTo>
                <a:lnTo>
                  <a:pt x="5931830" y="757813"/>
                </a:lnTo>
                <a:lnTo>
                  <a:pt x="5949815" y="923777"/>
                </a:lnTo>
                <a:lnTo>
                  <a:pt x="5967801" y="1104142"/>
                </a:lnTo>
                <a:lnTo>
                  <a:pt x="5986122" y="1296166"/>
                </a:lnTo>
                <a:lnTo>
                  <a:pt x="6003099" y="1503278"/>
                </a:lnTo>
                <a:lnTo>
                  <a:pt x="6019404" y="1719991"/>
                </a:lnTo>
                <a:lnTo>
                  <a:pt x="6034196" y="1949048"/>
                </a:lnTo>
                <a:lnTo>
                  <a:pt x="6048315" y="2187706"/>
                </a:lnTo>
                <a:lnTo>
                  <a:pt x="6061595" y="2436652"/>
                </a:lnTo>
                <a:lnTo>
                  <a:pt x="6066301" y="2564211"/>
                </a:lnTo>
                <a:lnTo>
                  <a:pt x="6071512" y="2694512"/>
                </a:lnTo>
                <a:lnTo>
                  <a:pt x="6076386" y="2826871"/>
                </a:lnTo>
                <a:lnTo>
                  <a:pt x="6079580" y="2959917"/>
                </a:lnTo>
                <a:lnTo>
                  <a:pt x="6082438" y="3095705"/>
                </a:lnTo>
                <a:lnTo>
                  <a:pt x="6085463" y="3232865"/>
                </a:lnTo>
                <a:lnTo>
                  <a:pt x="6087480" y="3372768"/>
                </a:lnTo>
                <a:lnTo>
                  <a:pt x="6087480" y="3514043"/>
                </a:lnTo>
                <a:lnTo>
                  <a:pt x="6088489" y="3656689"/>
                </a:lnTo>
                <a:lnTo>
                  <a:pt x="6087480" y="3800707"/>
                </a:lnTo>
                <a:lnTo>
                  <a:pt x="6085463" y="3946783"/>
                </a:lnTo>
                <a:lnTo>
                  <a:pt x="6083614" y="4092858"/>
                </a:lnTo>
                <a:lnTo>
                  <a:pt x="6079580" y="4240991"/>
                </a:lnTo>
                <a:lnTo>
                  <a:pt x="6075378" y="4390495"/>
                </a:lnTo>
                <a:lnTo>
                  <a:pt x="6070503" y="4540000"/>
                </a:lnTo>
                <a:lnTo>
                  <a:pt x="6063612" y="4690876"/>
                </a:lnTo>
                <a:lnTo>
                  <a:pt x="6055375" y="4843123"/>
                </a:lnTo>
                <a:lnTo>
                  <a:pt x="6047475" y="4996057"/>
                </a:lnTo>
                <a:lnTo>
                  <a:pt x="6037390" y="5148990"/>
                </a:lnTo>
                <a:lnTo>
                  <a:pt x="6025287" y="5303981"/>
                </a:lnTo>
                <a:lnTo>
                  <a:pt x="6013185" y="5456914"/>
                </a:lnTo>
                <a:lnTo>
                  <a:pt x="5999233" y="5612591"/>
                </a:lnTo>
                <a:lnTo>
                  <a:pt x="5983937" y="5768953"/>
                </a:lnTo>
                <a:lnTo>
                  <a:pt x="5967801" y="5923258"/>
                </a:lnTo>
                <a:lnTo>
                  <a:pt x="5948975" y="6079621"/>
                </a:lnTo>
                <a:lnTo>
                  <a:pt x="5928804" y="6235297"/>
                </a:lnTo>
                <a:lnTo>
                  <a:pt x="5908801" y="6391660"/>
                </a:lnTo>
                <a:lnTo>
                  <a:pt x="5885437" y="6547336"/>
                </a:lnTo>
                <a:lnTo>
                  <a:pt x="5861568" y="6702327"/>
                </a:lnTo>
                <a:lnTo>
                  <a:pt x="5836524" y="6858002"/>
                </a:lnTo>
                <a:lnTo>
                  <a:pt x="3563332" y="6858002"/>
                </a:lnTo>
                <a:lnTo>
                  <a:pt x="1223490" y="6858002"/>
                </a:lnTo>
                <a:lnTo>
                  <a:pt x="0" y="6858002"/>
                </a:lnTo>
                <a:close/>
              </a:path>
            </a:pathLst>
          </a:cu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27BFCE-1368-BCD9-B9B3-B1F67CCCE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257301"/>
            <a:ext cx="6672865" cy="434339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/>
              <a:t>THANK YOU</a:t>
            </a:r>
          </a:p>
        </p:txBody>
      </p:sp>
      <p:pic>
        <p:nvPicPr>
          <p:cNvPr id="3" name="Picture 2" descr="A black and red sign with white letters&#10;&#10;AI-generated content may be incorrect.">
            <a:extLst>
              <a:ext uri="{FF2B5EF4-FFF2-40B4-BE49-F238E27FC236}">
                <a16:creationId xmlns:a16="http://schemas.microsoft.com/office/drawing/2014/main" id="{3B254451-E037-38D6-494A-3225D2F0CF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323412"/>
            <a:ext cx="3169924" cy="45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1632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1736</TotalTime>
  <Words>780</Words>
  <Application>Microsoft Office PowerPoint</Application>
  <PresentationFormat>Widescreen</PresentationFormat>
  <Paragraphs>147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Garamond</vt:lpstr>
      <vt:lpstr>Garamond (Body)</vt:lpstr>
      <vt:lpstr>Wingdings</vt:lpstr>
      <vt:lpstr>Wingdings 2</vt:lpstr>
      <vt:lpstr>Slate</vt:lpstr>
      <vt:lpstr>CS 512: Computer Vision - Spring 2025  EfficientViT: Memory Efficient Vision Transformer with Cascaded Group Attention</vt:lpstr>
      <vt:lpstr>Introduction</vt:lpstr>
      <vt:lpstr>Problem Statement</vt:lpstr>
      <vt:lpstr>Proposed Solution – EfficientViT architecture </vt:lpstr>
      <vt:lpstr>Cascaded Group Attention</vt:lpstr>
      <vt:lpstr>Sandwich Layout</vt:lpstr>
      <vt:lpstr>Implementation Details</vt:lpstr>
      <vt:lpstr>Evaluation metrics</vt:lpstr>
      <vt:lpstr>Results</vt:lpstr>
      <vt:lpstr>Classification and efficiency metrics</vt:lpstr>
      <vt:lpstr>PowerPoint Presentation</vt:lpstr>
      <vt:lpstr>Challenges</vt:lpstr>
      <vt:lpstr>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Urjita Saxena</dc:creator>
  <cp:lastModifiedBy>Urjita Saxena</cp:lastModifiedBy>
  <cp:revision>2</cp:revision>
  <cp:lastPrinted>2025-04-21T00:00:11Z</cp:lastPrinted>
  <dcterms:created xsi:type="dcterms:W3CDTF">2025-04-18T20:42:21Z</dcterms:created>
  <dcterms:modified xsi:type="dcterms:W3CDTF">2025-04-21T00:01:35Z</dcterms:modified>
</cp:coreProperties>
</file>